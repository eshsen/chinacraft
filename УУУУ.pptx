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5" r:id="rId5"/>
    <p:sldId id="260" r:id="rId6"/>
    <p:sldId id="261" r:id="rId7"/>
    <p:sldId id="262" r:id="rId8"/>
    <p:sldId id="263" r:id="rId9"/>
    <p:sldId id="264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F0F"/>
    <a:srgbClr val="E6E5E3"/>
    <a:srgbClr val="C2BCAE"/>
    <a:srgbClr val="9B3215"/>
    <a:srgbClr val="A73A1A"/>
    <a:srgbClr val="A33619"/>
    <a:srgbClr val="C5BFB3"/>
    <a:srgbClr val="C3BDB1"/>
    <a:srgbClr val="B8B5A4"/>
    <a:srgbClr val="B9B6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D0D4F-A8C0-42CC-8FCC-C2CCF1113BB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23684-7E56-4C87-8115-621CBEBE7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23684-7E56-4C87-8115-621CBEBE79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59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6A21F-2900-0EE8-C467-606D7A2B6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96FEAA-63B9-6F09-E271-1FDF8856C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1B16C8-6C5D-9F21-343B-1BB1BF881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94DCDC-BCC7-FB3F-73DB-17FB215D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A0B574-284F-F18A-9523-4E71F4A6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6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C56EE-DFC3-E136-8884-BC8A8122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15ED85-4005-1836-C278-E63DF4AB0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246E08-175A-8B78-0C71-07AA0B87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2724F9-5671-581F-CA37-3FBFCCCC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4907AC-CE1B-CC1B-E6D3-086B6E51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4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61592-7459-BAAA-7D37-D6CA88BE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19298C-5CB5-D29C-A2E2-47921D083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B49538-1B4A-AB95-E665-94AD2D7C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200A3-26F7-797E-DB9C-58F0A7B9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98B3E6-189B-FFEF-E4B9-240E3500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0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59602-8BF1-5EA1-C6AC-A4BC8D6E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F9664-3BB0-305A-D1FC-D343CBF1F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82F90D-C237-4C5A-CFF2-5F4B276FD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44561F-A81B-F675-3D71-53B82330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89774-8A0D-C89A-FDCE-BA9B65FF1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086123-FC9D-019D-ACC8-9352A1B9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8F9AC-BF07-AAD0-FBF0-D0E0C2AB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132E8A-5083-383B-FB2A-5DF447DD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B6A085-00D2-34D6-279D-81034EDDE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22B891-8403-7ACD-9D0E-EF4EBE78E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9227FB-1E18-9DDF-F8AB-C67168EB5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CE7171B-6DCA-A05A-C988-FF434744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90F967-D413-391B-BBB1-C1EC91C1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910EDF-2E84-5EBC-7DCD-B98BE4F7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8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1C12B-B178-6F22-739F-F38904CD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13C5E2-D53F-AC8C-FCA6-01D7465D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068BF6-7C2E-A528-5BBF-EDB3AAD83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40B968-B787-9A5D-7BD5-C4F5D824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5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D943A6-39F5-AF85-67C2-951426DB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6AA25C-24F1-99ED-5936-7E86EB98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EE9237-A29E-4539-F47E-3978E02C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93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C406B-93F6-4F37-F9E7-F7D7DDA7F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3F789D-9E85-3B91-5C08-B7229F1EF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8B49BA-2C1C-5B86-99E4-3EC1E1AE0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31BB84-8B05-3B62-40F8-3D46E02E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4E75A7-A873-0C38-95F2-727CF3F3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FB8732-F98F-CDB2-713A-6CBBC974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F158E-BD8E-8299-E4A8-035A27E60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AC46C8-C5A7-A642-5992-4F8940012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FDD3CD-67DE-8D6C-E5D3-5C1E8A082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4CE837-4C2C-553A-674E-7A542D80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6FBB88-B590-6870-168E-D97F900A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8FAF95-84F7-9FA5-A2F3-34C50245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7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B28F7-5637-8A2F-DB56-C2A26929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0CFDD5-E3BA-184F-EC23-97EF083F0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ED4FDF-EE84-A828-2E07-6960EC2B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3D4005-25B4-2756-6922-A0E1DBB9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5E02D8-2901-66DD-ED97-F84DE60D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31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855FB5-9565-8D73-0285-4E734F171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D399EC-F6FE-0841-8A43-ACFD695AD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C4344D-44C7-174C-5FC8-A9894996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C58C52-F66B-106F-5431-FA794992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ABC84-A1FC-C0CC-9E7E-CCD565E5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2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C06A4-4334-F8A6-683B-46EF3511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7F49E2-52BF-F4E9-BC76-76D16FA77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C18B5-BEB4-0621-32FB-E5803BC29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5730C-8864-4307-8830-901534072DC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7D77D0-62A8-7E70-4B81-4DE8F5BF8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C7C6C8-2C3E-45E3-9002-790BA29F7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9D69C-26D3-4E10-AAFC-73B484868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5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56DECBE9-317A-6F7D-F7CD-ED3AD9288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75000" scaling="2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F6DED-E6FA-B536-8D92-581350815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814125"/>
            <a:ext cx="9144000" cy="1229750"/>
          </a:xfrm>
        </p:spPr>
        <p:txBody>
          <a:bodyPr/>
          <a:lstStyle/>
          <a:p>
            <a:r>
              <a:rPr lang="en-US" sz="6600" b="1" dirty="0" err="1">
                <a:latin typeface="Lucida Handwriting" panose="03010101010101010101" pitchFamily="66" charset="0"/>
                <a:cs typeface="Cascadia Code Light" panose="020B0609020000020004" pitchFamily="49" charset="0"/>
              </a:rPr>
              <a:t>ChinaCraft</a:t>
            </a:r>
            <a:endParaRPr lang="en-US" b="1" dirty="0">
              <a:latin typeface="Lucida Handwriting" panose="03010101010101010101" pitchFamily="66" charset="0"/>
              <a:cs typeface="Cascadia Code Light" panose="020B0609020000020004" pitchFamily="49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3B20A2-329E-2F84-2F67-52F43902F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4648" y="4196275"/>
            <a:ext cx="5347504" cy="462474"/>
          </a:xfrm>
        </p:spPr>
        <p:txBody>
          <a:bodyPr>
            <a:normAutofit lnSpcReduction="10000"/>
          </a:bodyPr>
          <a:lstStyle/>
          <a:p>
            <a:r>
              <a:rPr lang="ru-RU" sz="2800" dirty="0">
                <a:latin typeface="GOST type A" panose="020B0500000000000000" pitchFamily="34" charset="0"/>
              </a:rPr>
              <a:t>Ваш помощник в изучении китайского</a:t>
            </a:r>
            <a:endParaRPr lang="en-US" sz="2800" dirty="0">
              <a:latin typeface="GOST type A" panose="020B0500000000000000" pitchFamily="34" charset="0"/>
            </a:endParaRPr>
          </a:p>
        </p:txBody>
      </p:sp>
      <p:sp>
        <p:nvSpPr>
          <p:cNvPr id="6" name="AutoShape 2" descr="Picture background">
            <a:extLst>
              <a:ext uri="{FF2B5EF4-FFF2-40B4-BE49-F238E27FC236}">
                <a16:creationId xmlns:a16="http://schemas.microsoft.com/office/drawing/2014/main" id="{0DD323BB-2404-DCA3-15A0-0BC0676250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Picture background">
            <a:extLst>
              <a:ext uri="{FF2B5EF4-FFF2-40B4-BE49-F238E27FC236}">
                <a16:creationId xmlns:a16="http://schemas.microsoft.com/office/drawing/2014/main" id="{1A581F55-2B68-F545-4019-4DB54DB4F5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56A3EE7-1D99-7292-70B7-24582E5F0CB4}"/>
              </a:ext>
            </a:extLst>
          </p:cNvPr>
          <p:cNvCxnSpPr>
            <a:cxnSpLocks/>
          </p:cNvCxnSpPr>
          <p:nvPr/>
        </p:nvCxnSpPr>
        <p:spPr>
          <a:xfrm>
            <a:off x="2727767" y="4043875"/>
            <a:ext cx="6736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7DF113B-F2D3-A2AE-02B9-07E7EAFD4291}"/>
              </a:ext>
            </a:extLst>
          </p:cNvPr>
          <p:cNvSpPr/>
          <p:nvPr/>
        </p:nvSpPr>
        <p:spPr>
          <a:xfrm>
            <a:off x="125088" y="107690"/>
            <a:ext cx="751498" cy="752789"/>
          </a:xfrm>
          <a:prstGeom prst="roundRect">
            <a:avLst>
              <a:gd name="adj" fmla="val 2225"/>
            </a:avLst>
          </a:prstGeom>
          <a:solidFill>
            <a:srgbClr val="990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FC0819-F956-B9E4-F081-4DBAC07B0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85" y="127321"/>
            <a:ext cx="712304" cy="713528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24080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A72C-CFE9-8E11-833C-0B7E4652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>
            <a:extLst>
              <a:ext uri="{FF2B5EF4-FFF2-40B4-BE49-F238E27FC236}">
                <a16:creationId xmlns:a16="http://schemas.microsoft.com/office/drawing/2014/main" id="{B9D86C9C-2C0D-7ED8-F3D5-17F8589AB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75000" scaling="2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41A06CF-1823-FE73-9FAF-BD1ED83ABEB6}"/>
              </a:ext>
            </a:extLst>
          </p:cNvPr>
          <p:cNvSpPr/>
          <p:nvPr/>
        </p:nvSpPr>
        <p:spPr>
          <a:xfrm>
            <a:off x="0" y="2763413"/>
            <a:ext cx="12192000" cy="4094587"/>
          </a:xfrm>
          <a:prstGeom prst="rect">
            <a:avLst/>
          </a:prstGeom>
          <a:gradFill>
            <a:gsLst>
              <a:gs pos="0">
                <a:srgbClr val="B0B0B0">
                  <a:alpha val="0"/>
                </a:srgbClr>
              </a:gs>
              <a:gs pos="100000">
                <a:schemeClr val="bg1">
                  <a:lumMod val="9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2FF9713-0C16-4CC6-9C91-E0F1B63222E6}"/>
              </a:ext>
            </a:extLst>
          </p:cNvPr>
          <p:cNvSpPr/>
          <p:nvPr/>
        </p:nvSpPr>
        <p:spPr>
          <a:xfrm>
            <a:off x="6380480" y="1142789"/>
            <a:ext cx="4673600" cy="1889760"/>
          </a:xfrm>
          <a:custGeom>
            <a:avLst/>
            <a:gdLst>
              <a:gd name="csX0" fmla="*/ 0 w 4673600"/>
              <a:gd name="csY0" fmla="*/ 0 h 1889760"/>
              <a:gd name="csX1" fmla="*/ 527449 w 4673600"/>
              <a:gd name="csY1" fmla="*/ 0 h 1889760"/>
              <a:gd name="csX2" fmla="*/ 1288578 w 4673600"/>
              <a:gd name="csY2" fmla="*/ 0 h 1889760"/>
              <a:gd name="csX3" fmla="*/ 1862763 w 4673600"/>
              <a:gd name="csY3" fmla="*/ 0 h 1889760"/>
              <a:gd name="csX4" fmla="*/ 2623893 w 4673600"/>
              <a:gd name="csY4" fmla="*/ 0 h 1889760"/>
              <a:gd name="csX5" fmla="*/ 3385022 w 4673600"/>
              <a:gd name="csY5" fmla="*/ 0 h 1889760"/>
              <a:gd name="csX6" fmla="*/ 3959207 w 4673600"/>
              <a:gd name="csY6" fmla="*/ 0 h 1889760"/>
              <a:gd name="csX7" fmla="*/ 4673600 w 4673600"/>
              <a:gd name="csY7" fmla="*/ 0 h 1889760"/>
              <a:gd name="csX8" fmla="*/ 4673600 w 4673600"/>
              <a:gd name="csY8" fmla="*/ 592125 h 1889760"/>
              <a:gd name="csX9" fmla="*/ 4673600 w 4673600"/>
              <a:gd name="csY9" fmla="*/ 1259840 h 1889760"/>
              <a:gd name="csX10" fmla="*/ 4673600 w 4673600"/>
              <a:gd name="csY10" fmla="*/ 1889760 h 1889760"/>
              <a:gd name="csX11" fmla="*/ 4052679 w 4673600"/>
              <a:gd name="csY11" fmla="*/ 1889760 h 1889760"/>
              <a:gd name="csX12" fmla="*/ 3338286 w 4673600"/>
              <a:gd name="csY12" fmla="*/ 1889760 h 1889760"/>
              <a:gd name="csX13" fmla="*/ 2717365 w 4673600"/>
              <a:gd name="csY13" fmla="*/ 1889760 h 1889760"/>
              <a:gd name="csX14" fmla="*/ 2049707 w 4673600"/>
              <a:gd name="csY14" fmla="*/ 1889760 h 1889760"/>
              <a:gd name="csX15" fmla="*/ 1288578 w 4673600"/>
              <a:gd name="csY15" fmla="*/ 1889760 h 1889760"/>
              <a:gd name="csX16" fmla="*/ 620921 w 4673600"/>
              <a:gd name="csY16" fmla="*/ 1889760 h 1889760"/>
              <a:gd name="csX17" fmla="*/ 0 w 4673600"/>
              <a:gd name="csY17" fmla="*/ 1889760 h 1889760"/>
              <a:gd name="csX18" fmla="*/ 0 w 4673600"/>
              <a:gd name="csY18" fmla="*/ 1259840 h 1889760"/>
              <a:gd name="csX19" fmla="*/ 0 w 4673600"/>
              <a:gd name="csY19" fmla="*/ 592125 h 1889760"/>
              <a:gd name="csX20" fmla="*/ 0 w 4673600"/>
              <a:gd name="csY20" fmla="*/ 0 h 188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673600" h="1889760" fill="none" extrusionOk="0">
                <a:moveTo>
                  <a:pt x="0" y="0"/>
                </a:moveTo>
                <a:cubicBezTo>
                  <a:pt x="239898" y="-25838"/>
                  <a:pt x="395760" y="9268"/>
                  <a:pt x="527449" y="0"/>
                </a:cubicBezTo>
                <a:cubicBezTo>
                  <a:pt x="659138" y="-9268"/>
                  <a:pt x="982958" y="-12485"/>
                  <a:pt x="1288578" y="0"/>
                </a:cubicBezTo>
                <a:cubicBezTo>
                  <a:pt x="1594198" y="12485"/>
                  <a:pt x="1630459" y="-15796"/>
                  <a:pt x="1862763" y="0"/>
                </a:cubicBezTo>
                <a:cubicBezTo>
                  <a:pt x="2095068" y="15796"/>
                  <a:pt x="2246536" y="11461"/>
                  <a:pt x="2623893" y="0"/>
                </a:cubicBezTo>
                <a:cubicBezTo>
                  <a:pt x="3001250" y="-11461"/>
                  <a:pt x="3164989" y="-13943"/>
                  <a:pt x="3385022" y="0"/>
                </a:cubicBezTo>
                <a:cubicBezTo>
                  <a:pt x="3605055" y="13943"/>
                  <a:pt x="3674803" y="7222"/>
                  <a:pt x="3959207" y="0"/>
                </a:cubicBezTo>
                <a:cubicBezTo>
                  <a:pt x="4243612" y="-7222"/>
                  <a:pt x="4436560" y="-32965"/>
                  <a:pt x="4673600" y="0"/>
                </a:cubicBezTo>
                <a:cubicBezTo>
                  <a:pt x="4686171" y="229068"/>
                  <a:pt x="4676405" y="472215"/>
                  <a:pt x="4673600" y="592125"/>
                </a:cubicBezTo>
                <a:cubicBezTo>
                  <a:pt x="4670795" y="712036"/>
                  <a:pt x="4685858" y="945864"/>
                  <a:pt x="4673600" y="1259840"/>
                </a:cubicBezTo>
                <a:cubicBezTo>
                  <a:pt x="4661342" y="1573816"/>
                  <a:pt x="4668437" y="1603905"/>
                  <a:pt x="4673600" y="1889760"/>
                </a:cubicBezTo>
                <a:cubicBezTo>
                  <a:pt x="4420469" y="1897664"/>
                  <a:pt x="4308331" y="1875538"/>
                  <a:pt x="4052679" y="1889760"/>
                </a:cubicBezTo>
                <a:cubicBezTo>
                  <a:pt x="3797027" y="1903982"/>
                  <a:pt x="3599042" y="1903376"/>
                  <a:pt x="3338286" y="1889760"/>
                </a:cubicBezTo>
                <a:cubicBezTo>
                  <a:pt x="3077530" y="1876144"/>
                  <a:pt x="2986811" y="1900790"/>
                  <a:pt x="2717365" y="1889760"/>
                </a:cubicBezTo>
                <a:cubicBezTo>
                  <a:pt x="2447919" y="1878730"/>
                  <a:pt x="2333425" y="1878368"/>
                  <a:pt x="2049707" y="1889760"/>
                </a:cubicBezTo>
                <a:cubicBezTo>
                  <a:pt x="1765989" y="1901152"/>
                  <a:pt x="1666816" y="1919819"/>
                  <a:pt x="1288578" y="1889760"/>
                </a:cubicBezTo>
                <a:cubicBezTo>
                  <a:pt x="910340" y="1859701"/>
                  <a:pt x="845370" y="1904567"/>
                  <a:pt x="620921" y="1889760"/>
                </a:cubicBezTo>
                <a:cubicBezTo>
                  <a:pt x="396472" y="1874953"/>
                  <a:pt x="137794" y="1882329"/>
                  <a:pt x="0" y="1889760"/>
                </a:cubicBezTo>
                <a:cubicBezTo>
                  <a:pt x="-25114" y="1590255"/>
                  <a:pt x="-18093" y="1469694"/>
                  <a:pt x="0" y="1259840"/>
                </a:cubicBezTo>
                <a:cubicBezTo>
                  <a:pt x="18093" y="1049986"/>
                  <a:pt x="-31764" y="895380"/>
                  <a:pt x="0" y="592125"/>
                </a:cubicBezTo>
                <a:cubicBezTo>
                  <a:pt x="31764" y="288871"/>
                  <a:pt x="-14476" y="212170"/>
                  <a:pt x="0" y="0"/>
                </a:cubicBezTo>
                <a:close/>
              </a:path>
              <a:path w="4673600" h="1889760" stroke="0" extrusionOk="0">
                <a:moveTo>
                  <a:pt x="0" y="0"/>
                </a:moveTo>
                <a:cubicBezTo>
                  <a:pt x="259832" y="16190"/>
                  <a:pt x="453115" y="-1514"/>
                  <a:pt x="574185" y="0"/>
                </a:cubicBezTo>
                <a:cubicBezTo>
                  <a:pt x="695255" y="1514"/>
                  <a:pt x="918927" y="-10186"/>
                  <a:pt x="1241842" y="0"/>
                </a:cubicBezTo>
                <a:cubicBezTo>
                  <a:pt x="1564757" y="10186"/>
                  <a:pt x="1647983" y="13413"/>
                  <a:pt x="1769291" y="0"/>
                </a:cubicBezTo>
                <a:cubicBezTo>
                  <a:pt x="1890599" y="-13413"/>
                  <a:pt x="2359680" y="29689"/>
                  <a:pt x="2530421" y="0"/>
                </a:cubicBezTo>
                <a:cubicBezTo>
                  <a:pt x="2701162" y="-29689"/>
                  <a:pt x="2930521" y="28278"/>
                  <a:pt x="3198078" y="0"/>
                </a:cubicBezTo>
                <a:cubicBezTo>
                  <a:pt x="3465635" y="-28278"/>
                  <a:pt x="3773533" y="-12644"/>
                  <a:pt x="3959207" y="0"/>
                </a:cubicBezTo>
                <a:cubicBezTo>
                  <a:pt x="4144881" y="12644"/>
                  <a:pt x="4487628" y="25598"/>
                  <a:pt x="4673600" y="0"/>
                </a:cubicBezTo>
                <a:cubicBezTo>
                  <a:pt x="4648401" y="296015"/>
                  <a:pt x="4699952" y="411970"/>
                  <a:pt x="4673600" y="629920"/>
                </a:cubicBezTo>
                <a:cubicBezTo>
                  <a:pt x="4647248" y="847870"/>
                  <a:pt x="4676200" y="999932"/>
                  <a:pt x="4673600" y="1203147"/>
                </a:cubicBezTo>
                <a:cubicBezTo>
                  <a:pt x="4671000" y="1406362"/>
                  <a:pt x="4696183" y="1722636"/>
                  <a:pt x="4673600" y="1889760"/>
                </a:cubicBezTo>
                <a:cubicBezTo>
                  <a:pt x="4411885" y="1913712"/>
                  <a:pt x="4150281" y="1874933"/>
                  <a:pt x="4005943" y="1889760"/>
                </a:cubicBezTo>
                <a:cubicBezTo>
                  <a:pt x="3861605" y="1904587"/>
                  <a:pt x="3611389" y="1872252"/>
                  <a:pt x="3478494" y="1889760"/>
                </a:cubicBezTo>
                <a:cubicBezTo>
                  <a:pt x="3345599" y="1907268"/>
                  <a:pt x="3071905" y="1894231"/>
                  <a:pt x="2810837" y="1889760"/>
                </a:cubicBezTo>
                <a:cubicBezTo>
                  <a:pt x="2549769" y="1885289"/>
                  <a:pt x="2418467" y="1872201"/>
                  <a:pt x="2236651" y="1889760"/>
                </a:cubicBezTo>
                <a:cubicBezTo>
                  <a:pt x="2054835" y="1907319"/>
                  <a:pt x="1934987" y="1897976"/>
                  <a:pt x="1709202" y="1889760"/>
                </a:cubicBezTo>
                <a:cubicBezTo>
                  <a:pt x="1483417" y="1881544"/>
                  <a:pt x="1255516" y="1906601"/>
                  <a:pt x="1135017" y="1889760"/>
                </a:cubicBezTo>
                <a:cubicBezTo>
                  <a:pt x="1014519" y="1872919"/>
                  <a:pt x="427704" y="1890723"/>
                  <a:pt x="0" y="1889760"/>
                </a:cubicBezTo>
                <a:cubicBezTo>
                  <a:pt x="4883" y="1740681"/>
                  <a:pt x="-26430" y="1407243"/>
                  <a:pt x="0" y="1278738"/>
                </a:cubicBezTo>
                <a:cubicBezTo>
                  <a:pt x="26430" y="1150233"/>
                  <a:pt x="1025" y="804465"/>
                  <a:pt x="0" y="648818"/>
                </a:cubicBezTo>
                <a:cubicBezTo>
                  <a:pt x="-1025" y="493171"/>
                  <a:pt x="-9493" y="21222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3029821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326A5EB-09AC-7E4B-D96B-4CF74F8824A4}"/>
              </a:ext>
            </a:extLst>
          </p:cNvPr>
          <p:cNvSpPr/>
          <p:nvPr/>
        </p:nvSpPr>
        <p:spPr>
          <a:xfrm>
            <a:off x="6380480" y="3392346"/>
            <a:ext cx="4673600" cy="1889760"/>
          </a:xfrm>
          <a:custGeom>
            <a:avLst/>
            <a:gdLst>
              <a:gd name="csX0" fmla="*/ 0 w 4673600"/>
              <a:gd name="csY0" fmla="*/ 0 h 1889760"/>
              <a:gd name="csX1" fmla="*/ 761129 w 4673600"/>
              <a:gd name="csY1" fmla="*/ 0 h 1889760"/>
              <a:gd name="csX2" fmla="*/ 1335314 w 4673600"/>
              <a:gd name="csY2" fmla="*/ 0 h 1889760"/>
              <a:gd name="csX3" fmla="*/ 2049707 w 4673600"/>
              <a:gd name="csY3" fmla="*/ 0 h 1889760"/>
              <a:gd name="csX4" fmla="*/ 2717365 w 4673600"/>
              <a:gd name="csY4" fmla="*/ 0 h 1889760"/>
              <a:gd name="csX5" fmla="*/ 3431758 w 4673600"/>
              <a:gd name="csY5" fmla="*/ 0 h 1889760"/>
              <a:gd name="csX6" fmla="*/ 3959207 w 4673600"/>
              <a:gd name="csY6" fmla="*/ 0 h 1889760"/>
              <a:gd name="csX7" fmla="*/ 4673600 w 4673600"/>
              <a:gd name="csY7" fmla="*/ 0 h 1889760"/>
              <a:gd name="csX8" fmla="*/ 4673600 w 4673600"/>
              <a:gd name="csY8" fmla="*/ 667715 h 1889760"/>
              <a:gd name="csX9" fmla="*/ 4673600 w 4673600"/>
              <a:gd name="csY9" fmla="*/ 1297635 h 1889760"/>
              <a:gd name="csX10" fmla="*/ 4673600 w 4673600"/>
              <a:gd name="csY10" fmla="*/ 1889760 h 1889760"/>
              <a:gd name="csX11" fmla="*/ 3912471 w 4673600"/>
              <a:gd name="csY11" fmla="*/ 1889760 h 1889760"/>
              <a:gd name="csX12" fmla="*/ 3291550 w 4673600"/>
              <a:gd name="csY12" fmla="*/ 1889760 h 1889760"/>
              <a:gd name="csX13" fmla="*/ 2577157 w 4673600"/>
              <a:gd name="csY13" fmla="*/ 1889760 h 1889760"/>
              <a:gd name="csX14" fmla="*/ 1862763 w 4673600"/>
              <a:gd name="csY14" fmla="*/ 1889760 h 1889760"/>
              <a:gd name="csX15" fmla="*/ 1335314 w 4673600"/>
              <a:gd name="csY15" fmla="*/ 1889760 h 1889760"/>
              <a:gd name="csX16" fmla="*/ 714393 w 4673600"/>
              <a:gd name="csY16" fmla="*/ 1889760 h 1889760"/>
              <a:gd name="csX17" fmla="*/ 0 w 4673600"/>
              <a:gd name="csY17" fmla="*/ 1889760 h 1889760"/>
              <a:gd name="csX18" fmla="*/ 0 w 4673600"/>
              <a:gd name="csY18" fmla="*/ 1316533 h 1889760"/>
              <a:gd name="csX19" fmla="*/ 0 w 4673600"/>
              <a:gd name="csY19" fmla="*/ 705510 h 1889760"/>
              <a:gd name="csX20" fmla="*/ 0 w 4673600"/>
              <a:gd name="csY20" fmla="*/ 0 h 188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673600" h="1889760" fill="none" extrusionOk="0">
                <a:moveTo>
                  <a:pt x="0" y="0"/>
                </a:moveTo>
                <a:cubicBezTo>
                  <a:pt x="178989" y="3800"/>
                  <a:pt x="397829" y="26268"/>
                  <a:pt x="761129" y="0"/>
                </a:cubicBezTo>
                <a:cubicBezTo>
                  <a:pt x="1124429" y="-26268"/>
                  <a:pt x="1097292" y="25535"/>
                  <a:pt x="1335314" y="0"/>
                </a:cubicBezTo>
                <a:cubicBezTo>
                  <a:pt x="1573336" y="-25535"/>
                  <a:pt x="1793432" y="-35256"/>
                  <a:pt x="2049707" y="0"/>
                </a:cubicBezTo>
                <a:cubicBezTo>
                  <a:pt x="2305982" y="35256"/>
                  <a:pt x="2461193" y="14866"/>
                  <a:pt x="2717365" y="0"/>
                </a:cubicBezTo>
                <a:cubicBezTo>
                  <a:pt x="2973537" y="-14866"/>
                  <a:pt x="3075523" y="-6193"/>
                  <a:pt x="3431758" y="0"/>
                </a:cubicBezTo>
                <a:cubicBezTo>
                  <a:pt x="3787993" y="6193"/>
                  <a:pt x="3807649" y="3817"/>
                  <a:pt x="3959207" y="0"/>
                </a:cubicBezTo>
                <a:cubicBezTo>
                  <a:pt x="4110765" y="-3817"/>
                  <a:pt x="4330134" y="28738"/>
                  <a:pt x="4673600" y="0"/>
                </a:cubicBezTo>
                <a:cubicBezTo>
                  <a:pt x="4690097" y="224593"/>
                  <a:pt x="4678448" y="459096"/>
                  <a:pt x="4673600" y="667715"/>
                </a:cubicBezTo>
                <a:cubicBezTo>
                  <a:pt x="4668752" y="876334"/>
                  <a:pt x="4657034" y="983197"/>
                  <a:pt x="4673600" y="1297635"/>
                </a:cubicBezTo>
                <a:cubicBezTo>
                  <a:pt x="4690166" y="1612073"/>
                  <a:pt x="4677827" y="1622785"/>
                  <a:pt x="4673600" y="1889760"/>
                </a:cubicBezTo>
                <a:cubicBezTo>
                  <a:pt x="4507125" y="1902666"/>
                  <a:pt x="4241298" y="1864260"/>
                  <a:pt x="3912471" y="1889760"/>
                </a:cubicBezTo>
                <a:cubicBezTo>
                  <a:pt x="3583644" y="1915260"/>
                  <a:pt x="3462873" y="1890816"/>
                  <a:pt x="3291550" y="1889760"/>
                </a:cubicBezTo>
                <a:cubicBezTo>
                  <a:pt x="3120227" y="1888704"/>
                  <a:pt x="2800373" y="1872737"/>
                  <a:pt x="2577157" y="1889760"/>
                </a:cubicBezTo>
                <a:cubicBezTo>
                  <a:pt x="2353941" y="1906783"/>
                  <a:pt x="2072358" y="1884646"/>
                  <a:pt x="1862763" y="1889760"/>
                </a:cubicBezTo>
                <a:cubicBezTo>
                  <a:pt x="1653168" y="1894874"/>
                  <a:pt x="1490054" y="1908535"/>
                  <a:pt x="1335314" y="1889760"/>
                </a:cubicBezTo>
                <a:cubicBezTo>
                  <a:pt x="1180574" y="1870985"/>
                  <a:pt x="844168" y="1895059"/>
                  <a:pt x="714393" y="1889760"/>
                </a:cubicBezTo>
                <a:cubicBezTo>
                  <a:pt x="584618" y="1884461"/>
                  <a:pt x="354770" y="1915719"/>
                  <a:pt x="0" y="1889760"/>
                </a:cubicBezTo>
                <a:cubicBezTo>
                  <a:pt x="1521" y="1757486"/>
                  <a:pt x="8042" y="1583324"/>
                  <a:pt x="0" y="1316533"/>
                </a:cubicBezTo>
                <a:cubicBezTo>
                  <a:pt x="-8042" y="1049742"/>
                  <a:pt x="7865" y="828040"/>
                  <a:pt x="0" y="705510"/>
                </a:cubicBezTo>
                <a:cubicBezTo>
                  <a:pt x="-7865" y="582980"/>
                  <a:pt x="-29944" y="220546"/>
                  <a:pt x="0" y="0"/>
                </a:cubicBezTo>
                <a:close/>
              </a:path>
              <a:path w="4673600" h="1889760" stroke="0" extrusionOk="0">
                <a:moveTo>
                  <a:pt x="0" y="0"/>
                </a:moveTo>
                <a:cubicBezTo>
                  <a:pt x="242889" y="27599"/>
                  <a:pt x="595185" y="34975"/>
                  <a:pt x="761129" y="0"/>
                </a:cubicBezTo>
                <a:cubicBezTo>
                  <a:pt x="927073" y="-34975"/>
                  <a:pt x="1245013" y="-20004"/>
                  <a:pt x="1428786" y="0"/>
                </a:cubicBezTo>
                <a:cubicBezTo>
                  <a:pt x="1612559" y="20004"/>
                  <a:pt x="1824245" y="24947"/>
                  <a:pt x="1956235" y="0"/>
                </a:cubicBezTo>
                <a:cubicBezTo>
                  <a:pt x="2088225" y="-24947"/>
                  <a:pt x="2337641" y="15443"/>
                  <a:pt x="2670629" y="0"/>
                </a:cubicBezTo>
                <a:cubicBezTo>
                  <a:pt x="3003617" y="-15443"/>
                  <a:pt x="3141257" y="22447"/>
                  <a:pt x="3431758" y="0"/>
                </a:cubicBezTo>
                <a:cubicBezTo>
                  <a:pt x="3722259" y="-22447"/>
                  <a:pt x="3855754" y="-22416"/>
                  <a:pt x="4005943" y="0"/>
                </a:cubicBezTo>
                <a:cubicBezTo>
                  <a:pt x="4156133" y="22416"/>
                  <a:pt x="4461454" y="20969"/>
                  <a:pt x="4673600" y="0"/>
                </a:cubicBezTo>
                <a:cubicBezTo>
                  <a:pt x="4696531" y="134260"/>
                  <a:pt x="4659533" y="437160"/>
                  <a:pt x="4673600" y="629920"/>
                </a:cubicBezTo>
                <a:cubicBezTo>
                  <a:pt x="4687667" y="822680"/>
                  <a:pt x="4653060" y="975146"/>
                  <a:pt x="4673600" y="1297635"/>
                </a:cubicBezTo>
                <a:cubicBezTo>
                  <a:pt x="4694140" y="1620125"/>
                  <a:pt x="4653265" y="1697553"/>
                  <a:pt x="4673600" y="1889760"/>
                </a:cubicBezTo>
                <a:cubicBezTo>
                  <a:pt x="4448464" y="1915796"/>
                  <a:pt x="4382810" y="1897301"/>
                  <a:pt x="4146151" y="1889760"/>
                </a:cubicBezTo>
                <a:cubicBezTo>
                  <a:pt x="3909492" y="1882219"/>
                  <a:pt x="3714403" y="1882915"/>
                  <a:pt x="3478494" y="1889760"/>
                </a:cubicBezTo>
                <a:cubicBezTo>
                  <a:pt x="3242585" y="1896605"/>
                  <a:pt x="3172272" y="1890727"/>
                  <a:pt x="2904309" y="1889760"/>
                </a:cubicBezTo>
                <a:cubicBezTo>
                  <a:pt x="2636347" y="1888793"/>
                  <a:pt x="2610985" y="1877721"/>
                  <a:pt x="2376859" y="1889760"/>
                </a:cubicBezTo>
                <a:cubicBezTo>
                  <a:pt x="2142733" y="1901800"/>
                  <a:pt x="1977350" y="1915118"/>
                  <a:pt x="1802674" y="1889760"/>
                </a:cubicBezTo>
                <a:cubicBezTo>
                  <a:pt x="1627998" y="1864402"/>
                  <a:pt x="1403608" y="1873034"/>
                  <a:pt x="1275225" y="1889760"/>
                </a:cubicBezTo>
                <a:cubicBezTo>
                  <a:pt x="1146842" y="1906486"/>
                  <a:pt x="584656" y="1901532"/>
                  <a:pt x="0" y="1889760"/>
                </a:cubicBezTo>
                <a:cubicBezTo>
                  <a:pt x="6838" y="1668810"/>
                  <a:pt x="22266" y="1439840"/>
                  <a:pt x="0" y="1278738"/>
                </a:cubicBezTo>
                <a:cubicBezTo>
                  <a:pt x="-22266" y="1117636"/>
                  <a:pt x="23027" y="933800"/>
                  <a:pt x="0" y="705510"/>
                </a:cubicBezTo>
                <a:cubicBezTo>
                  <a:pt x="-23027" y="477220"/>
                  <a:pt x="8021" y="163812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21765754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CD6472F-B93C-B5E0-1FD5-3B7A1B4E2220}"/>
              </a:ext>
            </a:extLst>
          </p:cNvPr>
          <p:cNvSpPr/>
          <p:nvPr/>
        </p:nvSpPr>
        <p:spPr>
          <a:xfrm>
            <a:off x="1137920" y="3392346"/>
            <a:ext cx="4673600" cy="1889760"/>
          </a:xfrm>
          <a:custGeom>
            <a:avLst/>
            <a:gdLst>
              <a:gd name="csX0" fmla="*/ 0 w 4673600"/>
              <a:gd name="csY0" fmla="*/ 0 h 1889760"/>
              <a:gd name="csX1" fmla="*/ 527449 w 4673600"/>
              <a:gd name="csY1" fmla="*/ 0 h 1889760"/>
              <a:gd name="csX2" fmla="*/ 1241842 w 4673600"/>
              <a:gd name="csY2" fmla="*/ 0 h 1889760"/>
              <a:gd name="csX3" fmla="*/ 1956235 w 4673600"/>
              <a:gd name="csY3" fmla="*/ 0 h 1889760"/>
              <a:gd name="csX4" fmla="*/ 2623893 w 4673600"/>
              <a:gd name="csY4" fmla="*/ 0 h 1889760"/>
              <a:gd name="csX5" fmla="*/ 3385022 w 4673600"/>
              <a:gd name="csY5" fmla="*/ 0 h 1889760"/>
              <a:gd name="csX6" fmla="*/ 4099415 w 4673600"/>
              <a:gd name="csY6" fmla="*/ 0 h 1889760"/>
              <a:gd name="csX7" fmla="*/ 4673600 w 4673600"/>
              <a:gd name="csY7" fmla="*/ 0 h 1889760"/>
              <a:gd name="csX8" fmla="*/ 4673600 w 4673600"/>
              <a:gd name="csY8" fmla="*/ 573227 h 1889760"/>
              <a:gd name="csX9" fmla="*/ 4673600 w 4673600"/>
              <a:gd name="csY9" fmla="*/ 1203147 h 1889760"/>
              <a:gd name="csX10" fmla="*/ 4673600 w 4673600"/>
              <a:gd name="csY10" fmla="*/ 1889760 h 1889760"/>
              <a:gd name="csX11" fmla="*/ 4005943 w 4673600"/>
              <a:gd name="csY11" fmla="*/ 1889760 h 1889760"/>
              <a:gd name="csX12" fmla="*/ 3291550 w 4673600"/>
              <a:gd name="csY12" fmla="*/ 1889760 h 1889760"/>
              <a:gd name="csX13" fmla="*/ 2717365 w 4673600"/>
              <a:gd name="csY13" fmla="*/ 1889760 h 1889760"/>
              <a:gd name="csX14" fmla="*/ 2143179 w 4673600"/>
              <a:gd name="csY14" fmla="*/ 1889760 h 1889760"/>
              <a:gd name="csX15" fmla="*/ 1568994 w 4673600"/>
              <a:gd name="csY15" fmla="*/ 1889760 h 1889760"/>
              <a:gd name="csX16" fmla="*/ 854601 w 4673600"/>
              <a:gd name="csY16" fmla="*/ 1889760 h 1889760"/>
              <a:gd name="csX17" fmla="*/ 0 w 4673600"/>
              <a:gd name="csY17" fmla="*/ 1889760 h 1889760"/>
              <a:gd name="csX18" fmla="*/ 0 w 4673600"/>
              <a:gd name="csY18" fmla="*/ 1259840 h 1889760"/>
              <a:gd name="csX19" fmla="*/ 0 w 4673600"/>
              <a:gd name="csY19" fmla="*/ 648818 h 1889760"/>
              <a:gd name="csX20" fmla="*/ 0 w 4673600"/>
              <a:gd name="csY20" fmla="*/ 0 h 188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673600" h="1889760" fill="none" extrusionOk="0">
                <a:moveTo>
                  <a:pt x="0" y="0"/>
                </a:moveTo>
                <a:cubicBezTo>
                  <a:pt x="174205" y="15011"/>
                  <a:pt x="387261" y="-2889"/>
                  <a:pt x="527449" y="0"/>
                </a:cubicBezTo>
                <a:cubicBezTo>
                  <a:pt x="667637" y="2889"/>
                  <a:pt x="1057903" y="-16224"/>
                  <a:pt x="1241842" y="0"/>
                </a:cubicBezTo>
                <a:cubicBezTo>
                  <a:pt x="1425781" y="16224"/>
                  <a:pt x="1803203" y="15646"/>
                  <a:pt x="1956235" y="0"/>
                </a:cubicBezTo>
                <a:cubicBezTo>
                  <a:pt x="2109267" y="-15646"/>
                  <a:pt x="2314300" y="26778"/>
                  <a:pt x="2623893" y="0"/>
                </a:cubicBezTo>
                <a:cubicBezTo>
                  <a:pt x="2933486" y="-26778"/>
                  <a:pt x="3200742" y="31488"/>
                  <a:pt x="3385022" y="0"/>
                </a:cubicBezTo>
                <a:cubicBezTo>
                  <a:pt x="3569302" y="-31488"/>
                  <a:pt x="3876420" y="28424"/>
                  <a:pt x="4099415" y="0"/>
                </a:cubicBezTo>
                <a:cubicBezTo>
                  <a:pt x="4322410" y="-28424"/>
                  <a:pt x="4446818" y="-17395"/>
                  <a:pt x="4673600" y="0"/>
                </a:cubicBezTo>
                <a:cubicBezTo>
                  <a:pt x="4662847" y="238030"/>
                  <a:pt x="4680083" y="365355"/>
                  <a:pt x="4673600" y="573227"/>
                </a:cubicBezTo>
                <a:cubicBezTo>
                  <a:pt x="4667117" y="781099"/>
                  <a:pt x="4666008" y="926100"/>
                  <a:pt x="4673600" y="1203147"/>
                </a:cubicBezTo>
                <a:cubicBezTo>
                  <a:pt x="4681192" y="1480194"/>
                  <a:pt x="4649542" y="1581999"/>
                  <a:pt x="4673600" y="1889760"/>
                </a:cubicBezTo>
                <a:cubicBezTo>
                  <a:pt x="4423436" y="1919758"/>
                  <a:pt x="4328075" y="1875629"/>
                  <a:pt x="4005943" y="1889760"/>
                </a:cubicBezTo>
                <a:cubicBezTo>
                  <a:pt x="3683811" y="1903891"/>
                  <a:pt x="3477250" y="1923371"/>
                  <a:pt x="3291550" y="1889760"/>
                </a:cubicBezTo>
                <a:cubicBezTo>
                  <a:pt x="3105850" y="1856149"/>
                  <a:pt x="2936643" y="1862385"/>
                  <a:pt x="2717365" y="1889760"/>
                </a:cubicBezTo>
                <a:cubicBezTo>
                  <a:pt x="2498088" y="1917135"/>
                  <a:pt x="2278952" y="1878460"/>
                  <a:pt x="2143179" y="1889760"/>
                </a:cubicBezTo>
                <a:cubicBezTo>
                  <a:pt x="2007406" y="1901060"/>
                  <a:pt x="1735463" y="1906105"/>
                  <a:pt x="1568994" y="1889760"/>
                </a:cubicBezTo>
                <a:cubicBezTo>
                  <a:pt x="1402525" y="1873415"/>
                  <a:pt x="1205343" y="1886674"/>
                  <a:pt x="854601" y="1889760"/>
                </a:cubicBezTo>
                <a:cubicBezTo>
                  <a:pt x="503859" y="1892846"/>
                  <a:pt x="197156" y="1851638"/>
                  <a:pt x="0" y="1889760"/>
                </a:cubicBezTo>
                <a:cubicBezTo>
                  <a:pt x="-10294" y="1714295"/>
                  <a:pt x="31024" y="1570913"/>
                  <a:pt x="0" y="1259840"/>
                </a:cubicBezTo>
                <a:cubicBezTo>
                  <a:pt x="-31024" y="948767"/>
                  <a:pt x="23562" y="836541"/>
                  <a:pt x="0" y="648818"/>
                </a:cubicBezTo>
                <a:cubicBezTo>
                  <a:pt x="-23562" y="461095"/>
                  <a:pt x="14329" y="173955"/>
                  <a:pt x="0" y="0"/>
                </a:cubicBezTo>
                <a:close/>
              </a:path>
              <a:path w="4673600" h="1889760" stroke="0" extrusionOk="0">
                <a:moveTo>
                  <a:pt x="0" y="0"/>
                </a:moveTo>
                <a:cubicBezTo>
                  <a:pt x="319791" y="29292"/>
                  <a:pt x="502581" y="33048"/>
                  <a:pt x="714393" y="0"/>
                </a:cubicBezTo>
                <a:cubicBezTo>
                  <a:pt x="926205" y="-33048"/>
                  <a:pt x="1121051" y="-28660"/>
                  <a:pt x="1382050" y="0"/>
                </a:cubicBezTo>
                <a:cubicBezTo>
                  <a:pt x="1643049" y="28660"/>
                  <a:pt x="1791091" y="-32808"/>
                  <a:pt x="2096443" y="0"/>
                </a:cubicBezTo>
                <a:cubicBezTo>
                  <a:pt x="2401795" y="32808"/>
                  <a:pt x="2553939" y="7281"/>
                  <a:pt x="2717365" y="0"/>
                </a:cubicBezTo>
                <a:cubicBezTo>
                  <a:pt x="2880791" y="-7281"/>
                  <a:pt x="3201254" y="-28028"/>
                  <a:pt x="3338286" y="0"/>
                </a:cubicBezTo>
                <a:cubicBezTo>
                  <a:pt x="3475318" y="28028"/>
                  <a:pt x="3811768" y="-14216"/>
                  <a:pt x="4052679" y="0"/>
                </a:cubicBezTo>
                <a:cubicBezTo>
                  <a:pt x="4293590" y="14216"/>
                  <a:pt x="4383584" y="-3133"/>
                  <a:pt x="4673600" y="0"/>
                </a:cubicBezTo>
                <a:cubicBezTo>
                  <a:pt x="4688549" y="147139"/>
                  <a:pt x="4659615" y="434390"/>
                  <a:pt x="4673600" y="573227"/>
                </a:cubicBezTo>
                <a:cubicBezTo>
                  <a:pt x="4687585" y="712064"/>
                  <a:pt x="4655700" y="950514"/>
                  <a:pt x="4673600" y="1222045"/>
                </a:cubicBezTo>
                <a:cubicBezTo>
                  <a:pt x="4691500" y="1493576"/>
                  <a:pt x="4668559" y="1605558"/>
                  <a:pt x="4673600" y="1889760"/>
                </a:cubicBezTo>
                <a:cubicBezTo>
                  <a:pt x="4364640" y="1916116"/>
                  <a:pt x="4316795" y="1919094"/>
                  <a:pt x="4005943" y="1889760"/>
                </a:cubicBezTo>
                <a:cubicBezTo>
                  <a:pt x="3695091" y="1860426"/>
                  <a:pt x="3714326" y="1884283"/>
                  <a:pt x="3478494" y="1889760"/>
                </a:cubicBezTo>
                <a:cubicBezTo>
                  <a:pt x="3242662" y="1895237"/>
                  <a:pt x="3073963" y="1866474"/>
                  <a:pt x="2764101" y="1889760"/>
                </a:cubicBezTo>
                <a:cubicBezTo>
                  <a:pt x="2454239" y="1913046"/>
                  <a:pt x="2493103" y="1888220"/>
                  <a:pt x="2236651" y="1889760"/>
                </a:cubicBezTo>
                <a:cubicBezTo>
                  <a:pt x="1980199" y="1891301"/>
                  <a:pt x="1885877" y="1882879"/>
                  <a:pt x="1568994" y="1889760"/>
                </a:cubicBezTo>
                <a:cubicBezTo>
                  <a:pt x="1252111" y="1896641"/>
                  <a:pt x="1154930" y="1854661"/>
                  <a:pt x="854601" y="1889760"/>
                </a:cubicBezTo>
                <a:cubicBezTo>
                  <a:pt x="554272" y="1924859"/>
                  <a:pt x="272434" y="1860845"/>
                  <a:pt x="0" y="1889760"/>
                </a:cubicBezTo>
                <a:cubicBezTo>
                  <a:pt x="-27289" y="1651176"/>
                  <a:pt x="-23727" y="1391566"/>
                  <a:pt x="0" y="1259840"/>
                </a:cubicBezTo>
                <a:cubicBezTo>
                  <a:pt x="23727" y="1128114"/>
                  <a:pt x="14513" y="884721"/>
                  <a:pt x="0" y="686613"/>
                </a:cubicBezTo>
                <a:cubicBezTo>
                  <a:pt x="-14513" y="488505"/>
                  <a:pt x="7859" y="27613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23096866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5F042C6-B899-0575-05C7-4724C4288ABB}"/>
              </a:ext>
            </a:extLst>
          </p:cNvPr>
          <p:cNvSpPr/>
          <p:nvPr/>
        </p:nvSpPr>
        <p:spPr>
          <a:xfrm>
            <a:off x="1204989" y="1230525"/>
            <a:ext cx="4673600" cy="1889760"/>
          </a:xfrm>
          <a:custGeom>
            <a:avLst/>
            <a:gdLst>
              <a:gd name="csX0" fmla="*/ 0 w 4673600"/>
              <a:gd name="csY0" fmla="*/ 0 h 1889760"/>
              <a:gd name="csX1" fmla="*/ 574185 w 4673600"/>
              <a:gd name="csY1" fmla="*/ 0 h 1889760"/>
              <a:gd name="csX2" fmla="*/ 1195106 w 4673600"/>
              <a:gd name="csY2" fmla="*/ 0 h 1889760"/>
              <a:gd name="csX3" fmla="*/ 1862763 w 4673600"/>
              <a:gd name="csY3" fmla="*/ 0 h 1889760"/>
              <a:gd name="csX4" fmla="*/ 2390213 w 4673600"/>
              <a:gd name="csY4" fmla="*/ 0 h 1889760"/>
              <a:gd name="csX5" fmla="*/ 3151342 w 4673600"/>
              <a:gd name="csY5" fmla="*/ 0 h 1889760"/>
              <a:gd name="csX6" fmla="*/ 3772263 w 4673600"/>
              <a:gd name="csY6" fmla="*/ 0 h 1889760"/>
              <a:gd name="csX7" fmla="*/ 4673600 w 4673600"/>
              <a:gd name="csY7" fmla="*/ 0 h 1889760"/>
              <a:gd name="csX8" fmla="*/ 4673600 w 4673600"/>
              <a:gd name="csY8" fmla="*/ 573227 h 1889760"/>
              <a:gd name="csX9" fmla="*/ 4673600 w 4673600"/>
              <a:gd name="csY9" fmla="*/ 1184250 h 1889760"/>
              <a:gd name="csX10" fmla="*/ 4673600 w 4673600"/>
              <a:gd name="csY10" fmla="*/ 1889760 h 1889760"/>
              <a:gd name="csX11" fmla="*/ 3912471 w 4673600"/>
              <a:gd name="csY11" fmla="*/ 1889760 h 1889760"/>
              <a:gd name="csX12" fmla="*/ 3198078 w 4673600"/>
              <a:gd name="csY12" fmla="*/ 1889760 h 1889760"/>
              <a:gd name="csX13" fmla="*/ 2670629 w 4673600"/>
              <a:gd name="csY13" fmla="*/ 1889760 h 1889760"/>
              <a:gd name="csX14" fmla="*/ 2002971 w 4673600"/>
              <a:gd name="csY14" fmla="*/ 1889760 h 1889760"/>
              <a:gd name="csX15" fmla="*/ 1241842 w 4673600"/>
              <a:gd name="csY15" fmla="*/ 1889760 h 1889760"/>
              <a:gd name="csX16" fmla="*/ 0 w 4673600"/>
              <a:gd name="csY16" fmla="*/ 1889760 h 1889760"/>
              <a:gd name="csX17" fmla="*/ 0 w 4673600"/>
              <a:gd name="csY17" fmla="*/ 1316533 h 1889760"/>
              <a:gd name="csX18" fmla="*/ 0 w 4673600"/>
              <a:gd name="csY18" fmla="*/ 667715 h 1889760"/>
              <a:gd name="csX19" fmla="*/ 0 w 4673600"/>
              <a:gd name="csY19" fmla="*/ 0 h 188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673600" h="1889760" fill="none" extrusionOk="0">
                <a:moveTo>
                  <a:pt x="0" y="0"/>
                </a:moveTo>
                <a:cubicBezTo>
                  <a:pt x="259664" y="-2896"/>
                  <a:pt x="447653" y="11171"/>
                  <a:pt x="574185" y="0"/>
                </a:cubicBezTo>
                <a:cubicBezTo>
                  <a:pt x="700718" y="-11171"/>
                  <a:pt x="1021395" y="27427"/>
                  <a:pt x="1195106" y="0"/>
                </a:cubicBezTo>
                <a:cubicBezTo>
                  <a:pt x="1368817" y="-27427"/>
                  <a:pt x="1632776" y="-30217"/>
                  <a:pt x="1862763" y="0"/>
                </a:cubicBezTo>
                <a:cubicBezTo>
                  <a:pt x="2092750" y="30217"/>
                  <a:pt x="2216895" y="101"/>
                  <a:pt x="2390213" y="0"/>
                </a:cubicBezTo>
                <a:cubicBezTo>
                  <a:pt x="2563531" y="-101"/>
                  <a:pt x="2921929" y="-9112"/>
                  <a:pt x="3151342" y="0"/>
                </a:cubicBezTo>
                <a:cubicBezTo>
                  <a:pt x="3380755" y="9112"/>
                  <a:pt x="3579680" y="-13284"/>
                  <a:pt x="3772263" y="0"/>
                </a:cubicBezTo>
                <a:cubicBezTo>
                  <a:pt x="3964846" y="13284"/>
                  <a:pt x="4297286" y="12853"/>
                  <a:pt x="4673600" y="0"/>
                </a:cubicBezTo>
                <a:cubicBezTo>
                  <a:pt x="4668966" y="137962"/>
                  <a:pt x="4681378" y="382681"/>
                  <a:pt x="4673600" y="573227"/>
                </a:cubicBezTo>
                <a:cubicBezTo>
                  <a:pt x="4665822" y="763773"/>
                  <a:pt x="4694549" y="997996"/>
                  <a:pt x="4673600" y="1184250"/>
                </a:cubicBezTo>
                <a:cubicBezTo>
                  <a:pt x="4652651" y="1370504"/>
                  <a:pt x="4646306" y="1607699"/>
                  <a:pt x="4673600" y="1889760"/>
                </a:cubicBezTo>
                <a:cubicBezTo>
                  <a:pt x="4414006" y="1890557"/>
                  <a:pt x="4098044" y="1911885"/>
                  <a:pt x="3912471" y="1889760"/>
                </a:cubicBezTo>
                <a:cubicBezTo>
                  <a:pt x="3726898" y="1867635"/>
                  <a:pt x="3494642" y="1860359"/>
                  <a:pt x="3198078" y="1889760"/>
                </a:cubicBezTo>
                <a:cubicBezTo>
                  <a:pt x="2901514" y="1919161"/>
                  <a:pt x="2846404" y="1879528"/>
                  <a:pt x="2670629" y="1889760"/>
                </a:cubicBezTo>
                <a:cubicBezTo>
                  <a:pt x="2494854" y="1899992"/>
                  <a:pt x="2190206" y="1909718"/>
                  <a:pt x="2002971" y="1889760"/>
                </a:cubicBezTo>
                <a:cubicBezTo>
                  <a:pt x="1815736" y="1869802"/>
                  <a:pt x="1449338" y="1855276"/>
                  <a:pt x="1241842" y="1889760"/>
                </a:cubicBezTo>
                <a:cubicBezTo>
                  <a:pt x="1034346" y="1924244"/>
                  <a:pt x="449178" y="1936148"/>
                  <a:pt x="0" y="1889760"/>
                </a:cubicBezTo>
                <a:cubicBezTo>
                  <a:pt x="5365" y="1709677"/>
                  <a:pt x="6172" y="1465643"/>
                  <a:pt x="0" y="1316533"/>
                </a:cubicBezTo>
                <a:cubicBezTo>
                  <a:pt x="-6172" y="1167423"/>
                  <a:pt x="23763" y="985489"/>
                  <a:pt x="0" y="667715"/>
                </a:cubicBezTo>
                <a:cubicBezTo>
                  <a:pt x="-23763" y="349941"/>
                  <a:pt x="-6105" y="165602"/>
                  <a:pt x="0" y="0"/>
                </a:cubicBezTo>
                <a:close/>
              </a:path>
              <a:path w="4673600" h="1889760" stroke="0" extrusionOk="0">
                <a:moveTo>
                  <a:pt x="0" y="0"/>
                </a:moveTo>
                <a:cubicBezTo>
                  <a:pt x="173102" y="3730"/>
                  <a:pt x="590825" y="25700"/>
                  <a:pt x="761129" y="0"/>
                </a:cubicBezTo>
                <a:cubicBezTo>
                  <a:pt x="931433" y="-25700"/>
                  <a:pt x="1265201" y="-32373"/>
                  <a:pt x="1428786" y="0"/>
                </a:cubicBezTo>
                <a:cubicBezTo>
                  <a:pt x="1592371" y="32373"/>
                  <a:pt x="1865824" y="24418"/>
                  <a:pt x="2002971" y="0"/>
                </a:cubicBezTo>
                <a:cubicBezTo>
                  <a:pt x="2140118" y="-24418"/>
                  <a:pt x="2459338" y="-33358"/>
                  <a:pt x="2670629" y="0"/>
                </a:cubicBezTo>
                <a:cubicBezTo>
                  <a:pt x="2881920" y="33358"/>
                  <a:pt x="3256298" y="33424"/>
                  <a:pt x="3431758" y="0"/>
                </a:cubicBezTo>
                <a:cubicBezTo>
                  <a:pt x="3607218" y="-33424"/>
                  <a:pt x="3760755" y="-449"/>
                  <a:pt x="4005943" y="0"/>
                </a:cubicBezTo>
                <a:cubicBezTo>
                  <a:pt x="4251132" y="449"/>
                  <a:pt x="4452563" y="17848"/>
                  <a:pt x="4673600" y="0"/>
                </a:cubicBezTo>
                <a:cubicBezTo>
                  <a:pt x="4663526" y="236734"/>
                  <a:pt x="4703416" y="341954"/>
                  <a:pt x="4673600" y="629920"/>
                </a:cubicBezTo>
                <a:cubicBezTo>
                  <a:pt x="4643784" y="917886"/>
                  <a:pt x="4700706" y="1017269"/>
                  <a:pt x="4673600" y="1240942"/>
                </a:cubicBezTo>
                <a:cubicBezTo>
                  <a:pt x="4646494" y="1464615"/>
                  <a:pt x="4705461" y="1630276"/>
                  <a:pt x="4673600" y="1889760"/>
                </a:cubicBezTo>
                <a:cubicBezTo>
                  <a:pt x="4367831" y="1914674"/>
                  <a:pt x="4216564" y="1873418"/>
                  <a:pt x="4052679" y="1889760"/>
                </a:cubicBezTo>
                <a:cubicBezTo>
                  <a:pt x="3888794" y="1906102"/>
                  <a:pt x="3548099" y="1887487"/>
                  <a:pt x="3338286" y="1889760"/>
                </a:cubicBezTo>
                <a:cubicBezTo>
                  <a:pt x="3128473" y="1892033"/>
                  <a:pt x="2950735" y="1871503"/>
                  <a:pt x="2764101" y="1889760"/>
                </a:cubicBezTo>
                <a:cubicBezTo>
                  <a:pt x="2577467" y="1908017"/>
                  <a:pt x="2319327" y="1890638"/>
                  <a:pt x="2143179" y="1889760"/>
                </a:cubicBezTo>
                <a:cubicBezTo>
                  <a:pt x="1967031" y="1888882"/>
                  <a:pt x="1657339" y="1885382"/>
                  <a:pt x="1428786" y="1889760"/>
                </a:cubicBezTo>
                <a:cubicBezTo>
                  <a:pt x="1200233" y="1894138"/>
                  <a:pt x="871479" y="1876360"/>
                  <a:pt x="667657" y="1889760"/>
                </a:cubicBezTo>
                <a:cubicBezTo>
                  <a:pt x="463835" y="1903160"/>
                  <a:pt x="287847" y="1907236"/>
                  <a:pt x="0" y="1889760"/>
                </a:cubicBezTo>
                <a:cubicBezTo>
                  <a:pt x="24305" y="1607648"/>
                  <a:pt x="17331" y="1443154"/>
                  <a:pt x="0" y="1259840"/>
                </a:cubicBezTo>
                <a:cubicBezTo>
                  <a:pt x="-17331" y="1076526"/>
                  <a:pt x="22468" y="840120"/>
                  <a:pt x="0" y="667715"/>
                </a:cubicBezTo>
                <a:cubicBezTo>
                  <a:pt x="-22468" y="495311"/>
                  <a:pt x="27127" y="14793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 cmpd="sng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C00A3-85D2-D5C7-6599-C573085B62CF}"/>
              </a:ext>
            </a:extLst>
          </p:cNvPr>
          <p:cNvSpPr txBox="1"/>
          <p:nvPr/>
        </p:nvSpPr>
        <p:spPr>
          <a:xfrm>
            <a:off x="5252720" y="255959"/>
            <a:ext cx="1686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GOST type A" panose="020B0500000000000000" pitchFamily="34" charset="0"/>
              </a:rPr>
              <a:t>Проблема</a:t>
            </a:r>
            <a:endParaRPr lang="en-US" sz="3600" b="1" dirty="0">
              <a:latin typeface="GOST type A" panose="020B0500000000000000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75D02-CE8B-9A03-31AF-A56AC8FC08A6}"/>
              </a:ext>
            </a:extLst>
          </p:cNvPr>
          <p:cNvSpPr txBox="1"/>
          <p:nvPr/>
        </p:nvSpPr>
        <p:spPr>
          <a:xfrm>
            <a:off x="1287780" y="3602281"/>
            <a:ext cx="43738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GOST type A" panose="020B0500000000000000" pitchFamily="34" charset="0"/>
              </a:rPr>
              <a:t>Топ-3 </a:t>
            </a:r>
            <a:r>
              <a:rPr lang="en-US" sz="2400" dirty="0" err="1">
                <a:latin typeface="GOST type A" panose="020B0500000000000000" pitchFamily="34" charset="0"/>
              </a:rPr>
              <a:t>ошибок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студентов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среднего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уровня</a:t>
            </a:r>
            <a:r>
              <a:rPr lang="en-US" sz="2400" dirty="0">
                <a:latin typeface="GOST type A" panose="020B0500000000000000" pitchFamily="34" charset="0"/>
              </a:rPr>
              <a:t>: </a:t>
            </a:r>
            <a:r>
              <a:rPr lang="en-US" sz="2400" dirty="0" err="1">
                <a:latin typeface="GOST type A" panose="020B0500000000000000" pitchFamily="34" charset="0"/>
              </a:rPr>
              <a:t>путаница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визуально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похожих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знаков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endParaRPr lang="ru-RU" sz="2400" dirty="0">
              <a:latin typeface="GOST type A" panose="020B0500000000000000" pitchFamily="34" charset="0"/>
            </a:endParaRPr>
          </a:p>
          <a:p>
            <a:pPr algn="ctr"/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И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сследование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 Journal of Chinese Writing Systems, 2021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4DD151-F1F4-B83E-C561-ED66CC05A7CE}"/>
              </a:ext>
            </a:extLst>
          </p:cNvPr>
          <p:cNvSpPr txBox="1"/>
          <p:nvPr/>
        </p:nvSpPr>
        <p:spPr>
          <a:xfrm>
            <a:off x="1287780" y="5746887"/>
            <a:ext cx="9885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Словари</a:t>
            </a:r>
            <a:r>
              <a:rPr lang="en-US" dirty="0"/>
              <a:t> </a:t>
            </a:r>
            <a:r>
              <a:rPr lang="en-US" dirty="0" err="1"/>
              <a:t>группируют</a:t>
            </a:r>
            <a:r>
              <a:rPr lang="en-US" dirty="0"/>
              <a:t> по </a:t>
            </a:r>
            <a:r>
              <a:rPr lang="en-US" dirty="0" err="1"/>
              <a:t>смыслу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по </a:t>
            </a:r>
            <a:r>
              <a:rPr lang="en-US" dirty="0" err="1"/>
              <a:t>внешнему</a:t>
            </a:r>
            <a:r>
              <a:rPr lang="en-US" dirty="0"/>
              <a:t> </a:t>
            </a:r>
            <a:r>
              <a:rPr lang="en-US" dirty="0" err="1"/>
              <a:t>виду</a:t>
            </a:r>
            <a:r>
              <a:rPr lang="en-US" dirty="0"/>
              <a:t>: </a:t>
            </a:r>
            <a:r>
              <a:rPr lang="en-US" dirty="0" err="1"/>
              <a:t>студент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, на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изучаемый</a:t>
            </a:r>
            <a:r>
              <a:rPr lang="en-US" dirty="0"/>
              <a:t> </a:t>
            </a:r>
            <a:r>
              <a:rPr lang="en-US" dirty="0" err="1"/>
              <a:t>иероглиф</a:t>
            </a:r>
            <a:r>
              <a:rPr lang="en-US" dirty="0"/>
              <a:t>, и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путаться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E8A3B-EBFF-3A9C-372F-F016CD4A9282}"/>
              </a:ext>
            </a:extLst>
          </p:cNvPr>
          <p:cNvSpPr txBox="1"/>
          <p:nvPr/>
        </p:nvSpPr>
        <p:spPr>
          <a:xfrm>
            <a:off x="1752986" y="1563084"/>
            <a:ext cx="3443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GOST type A" panose="020B0500000000000000" pitchFamily="34" charset="0"/>
              </a:rPr>
              <a:t>3 500+ </a:t>
            </a:r>
            <a:r>
              <a:rPr lang="en-US" sz="2400" dirty="0" err="1">
                <a:latin typeface="GOST type A" panose="020B0500000000000000" pitchFamily="34" charset="0"/>
              </a:rPr>
              <a:t>иероглифов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необходимо</a:t>
            </a:r>
            <a:r>
              <a:rPr lang="en-US" sz="2400" dirty="0">
                <a:latin typeface="GOST type A" panose="020B0500000000000000" pitchFamily="34" charset="0"/>
              </a:rPr>
              <a:t> для </a:t>
            </a:r>
            <a:r>
              <a:rPr lang="en-US" sz="2400" dirty="0" err="1">
                <a:latin typeface="GOST type A" panose="020B0500000000000000" pitchFamily="34" charset="0"/>
              </a:rPr>
              <a:t>свободного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чтения</a:t>
            </a:r>
            <a:r>
              <a:rPr lang="en-US" sz="2400" dirty="0">
                <a:latin typeface="GOST type A" panose="020B0500000000000000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FF0849-B322-04CD-1942-95457159CD61}"/>
              </a:ext>
            </a:extLst>
          </p:cNvPr>
          <p:cNvSpPr txBox="1"/>
          <p:nvPr/>
        </p:nvSpPr>
        <p:spPr>
          <a:xfrm>
            <a:off x="6447549" y="1226311"/>
            <a:ext cx="45394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GOST type A" panose="020B0500000000000000" pitchFamily="34" charset="0"/>
              </a:rPr>
              <a:t>Более 60% </a:t>
            </a:r>
            <a:r>
              <a:rPr lang="en-US" sz="2400" dirty="0" err="1">
                <a:latin typeface="GOST type A" panose="020B0500000000000000" pitchFamily="34" charset="0"/>
              </a:rPr>
              <a:t>иероглифов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имеют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визуально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похожую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пару</a:t>
            </a:r>
            <a:r>
              <a:rPr lang="en-US" sz="2400" dirty="0">
                <a:latin typeface="GOST type A" panose="020B0500000000000000" pitchFamily="34" charset="0"/>
              </a:rPr>
              <a:t>, </a:t>
            </a:r>
            <a:r>
              <a:rPr lang="en-US" sz="2400" dirty="0" err="1">
                <a:latin typeface="GOST type A" panose="020B0500000000000000" pitchFamily="34" charset="0"/>
              </a:rPr>
              <a:t>отличающуюся</a:t>
            </a:r>
            <a:r>
              <a:rPr lang="en-US" sz="2400" dirty="0">
                <a:latin typeface="GOST type A" panose="020B0500000000000000" pitchFamily="34" charset="0"/>
              </a:rPr>
              <a:t> одной </a:t>
            </a:r>
            <a:r>
              <a:rPr lang="en-US" sz="2400" dirty="0" err="1">
                <a:latin typeface="GOST type A" panose="020B0500000000000000" pitchFamily="34" charset="0"/>
              </a:rPr>
              <a:t>чертой</a:t>
            </a:r>
            <a:r>
              <a:rPr lang="en-US" sz="2400" dirty="0">
                <a:latin typeface="GOST type A" panose="020B0500000000000000" pitchFamily="34" charset="0"/>
              </a:rPr>
              <a:t> или </a:t>
            </a:r>
            <a:r>
              <a:rPr lang="en-US" sz="2400" dirty="0" err="1">
                <a:latin typeface="GOST type A" panose="020B0500000000000000" pitchFamily="34" charset="0"/>
              </a:rPr>
              <a:t>положением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endParaRPr lang="ru-RU" sz="2400" dirty="0">
              <a:latin typeface="GOST type A" panose="020B0500000000000000" pitchFamily="34" charset="0"/>
            </a:endParaRPr>
          </a:p>
          <a:p>
            <a:pPr algn="ctr"/>
            <a:r>
              <a:rPr lang="en-US" sz="2400" dirty="0" err="1">
                <a:latin typeface="GOST type A" panose="020B0500000000000000" pitchFamily="34" charset="0"/>
              </a:rPr>
              <a:t>элемента</a:t>
            </a:r>
            <a:r>
              <a:rPr lang="ru-RU" sz="2400" dirty="0">
                <a:latin typeface="GOST type A" panose="020B0500000000000000" pitchFamily="34" charset="0"/>
              </a:rPr>
              <a:t>.</a:t>
            </a:r>
          </a:p>
          <a:p>
            <a:pPr algn="ctr"/>
            <a:r>
              <a:rPr 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Д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анные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анализа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корпуса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GOST type A" panose="020B0500000000000000" pitchFamily="34" charset="0"/>
              </a:rPr>
              <a:t> Unihan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51C37B-0ACF-2833-ACE4-E6D37D89420B}"/>
              </a:ext>
            </a:extLst>
          </p:cNvPr>
          <p:cNvSpPr txBox="1"/>
          <p:nvPr/>
        </p:nvSpPr>
        <p:spPr>
          <a:xfrm>
            <a:off x="6700520" y="3548298"/>
            <a:ext cx="4033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OST type A" panose="020B0500000000000000" pitchFamily="34" charset="0"/>
              </a:rPr>
              <a:t>0 </a:t>
            </a:r>
            <a:endParaRPr lang="ru-RU" sz="3600" dirty="0">
              <a:latin typeface="GOST type A" panose="020B0500000000000000" pitchFamily="34" charset="0"/>
            </a:endParaRPr>
          </a:p>
          <a:p>
            <a:pPr algn="ctr"/>
            <a:r>
              <a:rPr lang="ru-RU" sz="2400" dirty="0">
                <a:latin typeface="GOST type A" panose="020B0500000000000000" pitchFamily="34" charset="0"/>
              </a:rPr>
              <a:t>Словарей которые группируют по визуальному сходству</a:t>
            </a:r>
            <a:endParaRPr lang="en-US" sz="2400" dirty="0"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53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AFCB98A8-FA3E-C344-0383-226D07D7D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Texturizer trans="75000" scaling="2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BBE2537-B19F-A965-5534-B9B640CA07DC}"/>
              </a:ext>
            </a:extLst>
          </p:cNvPr>
          <p:cNvSpPr/>
          <p:nvPr/>
        </p:nvSpPr>
        <p:spPr>
          <a:xfrm>
            <a:off x="4489055" y="1500146"/>
            <a:ext cx="3213889" cy="5357854"/>
          </a:xfrm>
          <a:custGeom>
            <a:avLst/>
            <a:gdLst>
              <a:gd name="csX0" fmla="*/ 0 w 3213889"/>
              <a:gd name="csY0" fmla="*/ 0 h 5357854"/>
              <a:gd name="csX1" fmla="*/ 707056 w 3213889"/>
              <a:gd name="csY1" fmla="*/ 0 h 5357854"/>
              <a:gd name="csX2" fmla="*/ 1381972 w 3213889"/>
              <a:gd name="csY2" fmla="*/ 0 h 5357854"/>
              <a:gd name="csX3" fmla="*/ 1928333 w 3213889"/>
              <a:gd name="csY3" fmla="*/ 0 h 5357854"/>
              <a:gd name="csX4" fmla="*/ 2635389 w 3213889"/>
              <a:gd name="csY4" fmla="*/ 0 h 5357854"/>
              <a:gd name="csX5" fmla="*/ 3213889 w 3213889"/>
              <a:gd name="csY5" fmla="*/ 0 h 5357854"/>
              <a:gd name="csX6" fmla="*/ 3213889 w 3213889"/>
              <a:gd name="csY6" fmla="*/ 616153 h 5357854"/>
              <a:gd name="csX7" fmla="*/ 3213889 w 3213889"/>
              <a:gd name="csY7" fmla="*/ 1285885 h 5357854"/>
              <a:gd name="csX8" fmla="*/ 3213889 w 3213889"/>
              <a:gd name="csY8" fmla="*/ 1902038 h 5357854"/>
              <a:gd name="csX9" fmla="*/ 3213889 w 3213889"/>
              <a:gd name="csY9" fmla="*/ 2678927 h 5357854"/>
              <a:gd name="csX10" fmla="*/ 3213889 w 3213889"/>
              <a:gd name="csY10" fmla="*/ 3402237 h 5357854"/>
              <a:gd name="csX11" fmla="*/ 3213889 w 3213889"/>
              <a:gd name="csY11" fmla="*/ 4125548 h 5357854"/>
              <a:gd name="csX12" fmla="*/ 3213889 w 3213889"/>
              <a:gd name="csY12" fmla="*/ 4688122 h 5357854"/>
              <a:gd name="csX13" fmla="*/ 3213889 w 3213889"/>
              <a:gd name="csY13" fmla="*/ 5357854 h 5357854"/>
              <a:gd name="csX14" fmla="*/ 2538972 w 3213889"/>
              <a:gd name="csY14" fmla="*/ 5357854 h 5357854"/>
              <a:gd name="csX15" fmla="*/ 1864056 w 3213889"/>
              <a:gd name="csY15" fmla="*/ 5357854 h 5357854"/>
              <a:gd name="csX16" fmla="*/ 1317694 w 3213889"/>
              <a:gd name="csY16" fmla="*/ 5357854 h 5357854"/>
              <a:gd name="csX17" fmla="*/ 771333 w 3213889"/>
              <a:gd name="csY17" fmla="*/ 5357854 h 5357854"/>
              <a:gd name="csX18" fmla="*/ 0 w 3213889"/>
              <a:gd name="csY18" fmla="*/ 5357854 h 5357854"/>
              <a:gd name="csX19" fmla="*/ 0 w 3213889"/>
              <a:gd name="csY19" fmla="*/ 4741701 h 5357854"/>
              <a:gd name="csX20" fmla="*/ 0 w 3213889"/>
              <a:gd name="csY20" fmla="*/ 4179126 h 5357854"/>
              <a:gd name="csX21" fmla="*/ 0 w 3213889"/>
              <a:gd name="csY21" fmla="*/ 3402237 h 5357854"/>
              <a:gd name="csX22" fmla="*/ 0 w 3213889"/>
              <a:gd name="csY22" fmla="*/ 2839663 h 5357854"/>
              <a:gd name="csX23" fmla="*/ 0 w 3213889"/>
              <a:gd name="csY23" fmla="*/ 2223509 h 5357854"/>
              <a:gd name="csX24" fmla="*/ 0 w 3213889"/>
              <a:gd name="csY24" fmla="*/ 1553778 h 5357854"/>
              <a:gd name="csX25" fmla="*/ 0 w 3213889"/>
              <a:gd name="csY25" fmla="*/ 830467 h 5357854"/>
              <a:gd name="csX26" fmla="*/ 0 w 3213889"/>
              <a:gd name="csY26" fmla="*/ 0 h 5357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213889" h="5357854" fill="none" extrusionOk="0">
                <a:moveTo>
                  <a:pt x="0" y="0"/>
                </a:moveTo>
                <a:cubicBezTo>
                  <a:pt x="264979" y="20307"/>
                  <a:pt x="471023" y="-18639"/>
                  <a:pt x="707056" y="0"/>
                </a:cubicBezTo>
                <a:cubicBezTo>
                  <a:pt x="943089" y="18639"/>
                  <a:pt x="1234337" y="28863"/>
                  <a:pt x="1381972" y="0"/>
                </a:cubicBezTo>
                <a:cubicBezTo>
                  <a:pt x="1529607" y="-28863"/>
                  <a:pt x="1786980" y="-24703"/>
                  <a:pt x="1928333" y="0"/>
                </a:cubicBezTo>
                <a:cubicBezTo>
                  <a:pt x="2069686" y="24703"/>
                  <a:pt x="2448909" y="2965"/>
                  <a:pt x="2635389" y="0"/>
                </a:cubicBezTo>
                <a:cubicBezTo>
                  <a:pt x="2821869" y="-2965"/>
                  <a:pt x="2932514" y="17397"/>
                  <a:pt x="3213889" y="0"/>
                </a:cubicBezTo>
                <a:cubicBezTo>
                  <a:pt x="3211684" y="269702"/>
                  <a:pt x="3231429" y="427036"/>
                  <a:pt x="3213889" y="616153"/>
                </a:cubicBezTo>
                <a:cubicBezTo>
                  <a:pt x="3196349" y="805270"/>
                  <a:pt x="3186505" y="1008697"/>
                  <a:pt x="3213889" y="1285885"/>
                </a:cubicBezTo>
                <a:cubicBezTo>
                  <a:pt x="3241273" y="1563073"/>
                  <a:pt x="3242752" y="1696095"/>
                  <a:pt x="3213889" y="1902038"/>
                </a:cubicBezTo>
                <a:cubicBezTo>
                  <a:pt x="3185026" y="2107981"/>
                  <a:pt x="3185988" y="2397969"/>
                  <a:pt x="3213889" y="2678927"/>
                </a:cubicBezTo>
                <a:cubicBezTo>
                  <a:pt x="3241790" y="2959885"/>
                  <a:pt x="3227414" y="3097506"/>
                  <a:pt x="3213889" y="3402237"/>
                </a:cubicBezTo>
                <a:cubicBezTo>
                  <a:pt x="3200365" y="3706968"/>
                  <a:pt x="3209568" y="3786070"/>
                  <a:pt x="3213889" y="4125548"/>
                </a:cubicBezTo>
                <a:cubicBezTo>
                  <a:pt x="3218210" y="4465026"/>
                  <a:pt x="3232307" y="4530744"/>
                  <a:pt x="3213889" y="4688122"/>
                </a:cubicBezTo>
                <a:cubicBezTo>
                  <a:pt x="3195471" y="4845500"/>
                  <a:pt x="3234996" y="5064761"/>
                  <a:pt x="3213889" y="5357854"/>
                </a:cubicBezTo>
                <a:cubicBezTo>
                  <a:pt x="2911524" y="5375260"/>
                  <a:pt x="2766955" y="5372998"/>
                  <a:pt x="2538972" y="5357854"/>
                </a:cubicBezTo>
                <a:cubicBezTo>
                  <a:pt x="2310989" y="5342710"/>
                  <a:pt x="2132178" y="5382169"/>
                  <a:pt x="1864056" y="5357854"/>
                </a:cubicBezTo>
                <a:cubicBezTo>
                  <a:pt x="1595934" y="5333539"/>
                  <a:pt x="1551037" y="5372564"/>
                  <a:pt x="1317694" y="5357854"/>
                </a:cubicBezTo>
                <a:cubicBezTo>
                  <a:pt x="1084351" y="5343144"/>
                  <a:pt x="929392" y="5355087"/>
                  <a:pt x="771333" y="5357854"/>
                </a:cubicBezTo>
                <a:cubicBezTo>
                  <a:pt x="613274" y="5360621"/>
                  <a:pt x="373332" y="5336281"/>
                  <a:pt x="0" y="5357854"/>
                </a:cubicBezTo>
                <a:cubicBezTo>
                  <a:pt x="14264" y="5089386"/>
                  <a:pt x="-29228" y="4915042"/>
                  <a:pt x="0" y="4741701"/>
                </a:cubicBezTo>
                <a:cubicBezTo>
                  <a:pt x="29228" y="4568360"/>
                  <a:pt x="13658" y="4347265"/>
                  <a:pt x="0" y="4179126"/>
                </a:cubicBezTo>
                <a:cubicBezTo>
                  <a:pt x="-13658" y="4010987"/>
                  <a:pt x="-14529" y="3759804"/>
                  <a:pt x="0" y="3402237"/>
                </a:cubicBezTo>
                <a:cubicBezTo>
                  <a:pt x="14529" y="3044670"/>
                  <a:pt x="-16781" y="3101601"/>
                  <a:pt x="0" y="2839663"/>
                </a:cubicBezTo>
                <a:cubicBezTo>
                  <a:pt x="16781" y="2577725"/>
                  <a:pt x="16" y="2412669"/>
                  <a:pt x="0" y="2223509"/>
                </a:cubicBezTo>
                <a:cubicBezTo>
                  <a:pt x="-16" y="2034349"/>
                  <a:pt x="20200" y="1732639"/>
                  <a:pt x="0" y="1553778"/>
                </a:cubicBezTo>
                <a:cubicBezTo>
                  <a:pt x="-20200" y="1374917"/>
                  <a:pt x="9522" y="1137113"/>
                  <a:pt x="0" y="830467"/>
                </a:cubicBezTo>
                <a:cubicBezTo>
                  <a:pt x="-9522" y="523821"/>
                  <a:pt x="-37910" y="189532"/>
                  <a:pt x="0" y="0"/>
                </a:cubicBezTo>
                <a:close/>
              </a:path>
              <a:path w="3213889" h="5357854" stroke="0" extrusionOk="0">
                <a:moveTo>
                  <a:pt x="0" y="0"/>
                </a:moveTo>
                <a:cubicBezTo>
                  <a:pt x="271222" y="15298"/>
                  <a:pt x="398386" y="32743"/>
                  <a:pt x="707056" y="0"/>
                </a:cubicBezTo>
                <a:cubicBezTo>
                  <a:pt x="1015726" y="-32743"/>
                  <a:pt x="1051757" y="-16411"/>
                  <a:pt x="1349833" y="0"/>
                </a:cubicBezTo>
                <a:cubicBezTo>
                  <a:pt x="1647909" y="16411"/>
                  <a:pt x="1707503" y="1076"/>
                  <a:pt x="1928333" y="0"/>
                </a:cubicBezTo>
                <a:cubicBezTo>
                  <a:pt x="2149163" y="-1076"/>
                  <a:pt x="2293859" y="-2704"/>
                  <a:pt x="2571111" y="0"/>
                </a:cubicBezTo>
                <a:cubicBezTo>
                  <a:pt x="2848363" y="2704"/>
                  <a:pt x="2898073" y="4800"/>
                  <a:pt x="3213889" y="0"/>
                </a:cubicBezTo>
                <a:cubicBezTo>
                  <a:pt x="3194855" y="261879"/>
                  <a:pt x="3206249" y="407880"/>
                  <a:pt x="3213889" y="562575"/>
                </a:cubicBezTo>
                <a:cubicBezTo>
                  <a:pt x="3221529" y="717270"/>
                  <a:pt x="3191241" y="877788"/>
                  <a:pt x="3213889" y="1071571"/>
                </a:cubicBezTo>
                <a:cubicBezTo>
                  <a:pt x="3236537" y="1265354"/>
                  <a:pt x="3233448" y="1449654"/>
                  <a:pt x="3213889" y="1580567"/>
                </a:cubicBezTo>
                <a:cubicBezTo>
                  <a:pt x="3194330" y="1711480"/>
                  <a:pt x="3206261" y="1931366"/>
                  <a:pt x="3213889" y="2196720"/>
                </a:cubicBezTo>
                <a:cubicBezTo>
                  <a:pt x="3221517" y="2462074"/>
                  <a:pt x="3180808" y="2655421"/>
                  <a:pt x="3213889" y="2920030"/>
                </a:cubicBezTo>
                <a:cubicBezTo>
                  <a:pt x="3246971" y="3184639"/>
                  <a:pt x="3213942" y="3241909"/>
                  <a:pt x="3213889" y="3536184"/>
                </a:cubicBezTo>
                <a:cubicBezTo>
                  <a:pt x="3213836" y="3830459"/>
                  <a:pt x="3184023" y="4010418"/>
                  <a:pt x="3213889" y="4152337"/>
                </a:cubicBezTo>
                <a:cubicBezTo>
                  <a:pt x="3243755" y="4294256"/>
                  <a:pt x="3214546" y="4865007"/>
                  <a:pt x="3213889" y="5357854"/>
                </a:cubicBezTo>
                <a:cubicBezTo>
                  <a:pt x="3062529" y="5384291"/>
                  <a:pt x="2788197" y="5351540"/>
                  <a:pt x="2603250" y="5357854"/>
                </a:cubicBezTo>
                <a:cubicBezTo>
                  <a:pt x="2418303" y="5364168"/>
                  <a:pt x="2064090" y="5356406"/>
                  <a:pt x="1928333" y="5357854"/>
                </a:cubicBezTo>
                <a:cubicBezTo>
                  <a:pt x="1792576" y="5359302"/>
                  <a:pt x="1537382" y="5339989"/>
                  <a:pt x="1221278" y="5357854"/>
                </a:cubicBezTo>
                <a:cubicBezTo>
                  <a:pt x="905174" y="5375719"/>
                  <a:pt x="390809" y="5350147"/>
                  <a:pt x="0" y="5357854"/>
                </a:cubicBezTo>
                <a:cubicBezTo>
                  <a:pt x="13936" y="5034729"/>
                  <a:pt x="-22609" y="5014338"/>
                  <a:pt x="0" y="4688122"/>
                </a:cubicBezTo>
                <a:cubicBezTo>
                  <a:pt x="22609" y="4361906"/>
                  <a:pt x="-7433" y="4387478"/>
                  <a:pt x="0" y="4125548"/>
                </a:cubicBezTo>
                <a:cubicBezTo>
                  <a:pt x="7433" y="3863618"/>
                  <a:pt x="7880" y="3844982"/>
                  <a:pt x="0" y="3616551"/>
                </a:cubicBezTo>
                <a:cubicBezTo>
                  <a:pt x="-7880" y="3388120"/>
                  <a:pt x="24547" y="3192778"/>
                  <a:pt x="0" y="3053977"/>
                </a:cubicBezTo>
                <a:cubicBezTo>
                  <a:pt x="-24547" y="2915176"/>
                  <a:pt x="29967" y="2598324"/>
                  <a:pt x="0" y="2277088"/>
                </a:cubicBezTo>
                <a:cubicBezTo>
                  <a:pt x="-29967" y="1955852"/>
                  <a:pt x="11743" y="1989610"/>
                  <a:pt x="0" y="1714513"/>
                </a:cubicBezTo>
                <a:cubicBezTo>
                  <a:pt x="-11743" y="1439416"/>
                  <a:pt x="57" y="1189720"/>
                  <a:pt x="0" y="991203"/>
                </a:cubicBezTo>
                <a:cubicBezTo>
                  <a:pt x="-57" y="792686"/>
                  <a:pt x="-1809" y="366360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B0B0B0">
                  <a:alpha val="0"/>
                </a:srgbClr>
              </a:gs>
              <a:gs pos="60000">
                <a:schemeClr val="bg1">
                  <a:lumMod val="98000"/>
                </a:schemeClr>
              </a:gs>
            </a:gsLst>
            <a:lin ang="5400000" scaled="1"/>
          </a:gradFill>
          <a:ln w="19050" cmpd="sng">
            <a:noFil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E3BDCF4-9768-9C36-C856-56D9E6EE872D}"/>
              </a:ext>
            </a:extLst>
          </p:cNvPr>
          <p:cNvSpPr/>
          <p:nvPr/>
        </p:nvSpPr>
        <p:spPr>
          <a:xfrm>
            <a:off x="8233038" y="1500146"/>
            <a:ext cx="3213889" cy="5357854"/>
          </a:xfrm>
          <a:custGeom>
            <a:avLst/>
            <a:gdLst>
              <a:gd name="csX0" fmla="*/ 0 w 3213889"/>
              <a:gd name="csY0" fmla="*/ 0 h 5357854"/>
              <a:gd name="csX1" fmla="*/ 707056 w 3213889"/>
              <a:gd name="csY1" fmla="*/ 0 h 5357854"/>
              <a:gd name="csX2" fmla="*/ 1381972 w 3213889"/>
              <a:gd name="csY2" fmla="*/ 0 h 5357854"/>
              <a:gd name="csX3" fmla="*/ 1928333 w 3213889"/>
              <a:gd name="csY3" fmla="*/ 0 h 5357854"/>
              <a:gd name="csX4" fmla="*/ 2635389 w 3213889"/>
              <a:gd name="csY4" fmla="*/ 0 h 5357854"/>
              <a:gd name="csX5" fmla="*/ 3213889 w 3213889"/>
              <a:gd name="csY5" fmla="*/ 0 h 5357854"/>
              <a:gd name="csX6" fmla="*/ 3213889 w 3213889"/>
              <a:gd name="csY6" fmla="*/ 616153 h 5357854"/>
              <a:gd name="csX7" fmla="*/ 3213889 w 3213889"/>
              <a:gd name="csY7" fmla="*/ 1285885 h 5357854"/>
              <a:gd name="csX8" fmla="*/ 3213889 w 3213889"/>
              <a:gd name="csY8" fmla="*/ 1902038 h 5357854"/>
              <a:gd name="csX9" fmla="*/ 3213889 w 3213889"/>
              <a:gd name="csY9" fmla="*/ 2678927 h 5357854"/>
              <a:gd name="csX10" fmla="*/ 3213889 w 3213889"/>
              <a:gd name="csY10" fmla="*/ 3402237 h 5357854"/>
              <a:gd name="csX11" fmla="*/ 3213889 w 3213889"/>
              <a:gd name="csY11" fmla="*/ 4125548 h 5357854"/>
              <a:gd name="csX12" fmla="*/ 3213889 w 3213889"/>
              <a:gd name="csY12" fmla="*/ 4688122 h 5357854"/>
              <a:gd name="csX13" fmla="*/ 3213889 w 3213889"/>
              <a:gd name="csY13" fmla="*/ 5357854 h 5357854"/>
              <a:gd name="csX14" fmla="*/ 2538972 w 3213889"/>
              <a:gd name="csY14" fmla="*/ 5357854 h 5357854"/>
              <a:gd name="csX15" fmla="*/ 1864056 w 3213889"/>
              <a:gd name="csY15" fmla="*/ 5357854 h 5357854"/>
              <a:gd name="csX16" fmla="*/ 1317694 w 3213889"/>
              <a:gd name="csY16" fmla="*/ 5357854 h 5357854"/>
              <a:gd name="csX17" fmla="*/ 771333 w 3213889"/>
              <a:gd name="csY17" fmla="*/ 5357854 h 5357854"/>
              <a:gd name="csX18" fmla="*/ 0 w 3213889"/>
              <a:gd name="csY18" fmla="*/ 5357854 h 5357854"/>
              <a:gd name="csX19" fmla="*/ 0 w 3213889"/>
              <a:gd name="csY19" fmla="*/ 4741701 h 5357854"/>
              <a:gd name="csX20" fmla="*/ 0 w 3213889"/>
              <a:gd name="csY20" fmla="*/ 4179126 h 5357854"/>
              <a:gd name="csX21" fmla="*/ 0 w 3213889"/>
              <a:gd name="csY21" fmla="*/ 3402237 h 5357854"/>
              <a:gd name="csX22" fmla="*/ 0 w 3213889"/>
              <a:gd name="csY22" fmla="*/ 2839663 h 5357854"/>
              <a:gd name="csX23" fmla="*/ 0 w 3213889"/>
              <a:gd name="csY23" fmla="*/ 2223509 h 5357854"/>
              <a:gd name="csX24" fmla="*/ 0 w 3213889"/>
              <a:gd name="csY24" fmla="*/ 1553778 h 5357854"/>
              <a:gd name="csX25" fmla="*/ 0 w 3213889"/>
              <a:gd name="csY25" fmla="*/ 830467 h 5357854"/>
              <a:gd name="csX26" fmla="*/ 0 w 3213889"/>
              <a:gd name="csY26" fmla="*/ 0 h 5357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213889" h="5357854" fill="none" extrusionOk="0">
                <a:moveTo>
                  <a:pt x="0" y="0"/>
                </a:moveTo>
                <a:cubicBezTo>
                  <a:pt x="264979" y="20307"/>
                  <a:pt x="471023" y="-18639"/>
                  <a:pt x="707056" y="0"/>
                </a:cubicBezTo>
                <a:cubicBezTo>
                  <a:pt x="943089" y="18639"/>
                  <a:pt x="1234337" y="28863"/>
                  <a:pt x="1381972" y="0"/>
                </a:cubicBezTo>
                <a:cubicBezTo>
                  <a:pt x="1529607" y="-28863"/>
                  <a:pt x="1786980" y="-24703"/>
                  <a:pt x="1928333" y="0"/>
                </a:cubicBezTo>
                <a:cubicBezTo>
                  <a:pt x="2069686" y="24703"/>
                  <a:pt x="2448909" y="2965"/>
                  <a:pt x="2635389" y="0"/>
                </a:cubicBezTo>
                <a:cubicBezTo>
                  <a:pt x="2821869" y="-2965"/>
                  <a:pt x="2932514" y="17397"/>
                  <a:pt x="3213889" y="0"/>
                </a:cubicBezTo>
                <a:cubicBezTo>
                  <a:pt x="3211684" y="269702"/>
                  <a:pt x="3231429" y="427036"/>
                  <a:pt x="3213889" y="616153"/>
                </a:cubicBezTo>
                <a:cubicBezTo>
                  <a:pt x="3196349" y="805270"/>
                  <a:pt x="3186505" y="1008697"/>
                  <a:pt x="3213889" y="1285885"/>
                </a:cubicBezTo>
                <a:cubicBezTo>
                  <a:pt x="3241273" y="1563073"/>
                  <a:pt x="3242752" y="1696095"/>
                  <a:pt x="3213889" y="1902038"/>
                </a:cubicBezTo>
                <a:cubicBezTo>
                  <a:pt x="3185026" y="2107981"/>
                  <a:pt x="3185988" y="2397969"/>
                  <a:pt x="3213889" y="2678927"/>
                </a:cubicBezTo>
                <a:cubicBezTo>
                  <a:pt x="3241790" y="2959885"/>
                  <a:pt x="3227414" y="3097506"/>
                  <a:pt x="3213889" y="3402237"/>
                </a:cubicBezTo>
                <a:cubicBezTo>
                  <a:pt x="3200365" y="3706968"/>
                  <a:pt x="3209568" y="3786070"/>
                  <a:pt x="3213889" y="4125548"/>
                </a:cubicBezTo>
                <a:cubicBezTo>
                  <a:pt x="3218210" y="4465026"/>
                  <a:pt x="3232307" y="4530744"/>
                  <a:pt x="3213889" y="4688122"/>
                </a:cubicBezTo>
                <a:cubicBezTo>
                  <a:pt x="3195471" y="4845500"/>
                  <a:pt x="3234996" y="5064761"/>
                  <a:pt x="3213889" y="5357854"/>
                </a:cubicBezTo>
                <a:cubicBezTo>
                  <a:pt x="2911524" y="5375260"/>
                  <a:pt x="2766955" y="5372998"/>
                  <a:pt x="2538972" y="5357854"/>
                </a:cubicBezTo>
                <a:cubicBezTo>
                  <a:pt x="2310989" y="5342710"/>
                  <a:pt x="2132178" y="5382169"/>
                  <a:pt x="1864056" y="5357854"/>
                </a:cubicBezTo>
                <a:cubicBezTo>
                  <a:pt x="1595934" y="5333539"/>
                  <a:pt x="1551037" y="5372564"/>
                  <a:pt x="1317694" y="5357854"/>
                </a:cubicBezTo>
                <a:cubicBezTo>
                  <a:pt x="1084351" y="5343144"/>
                  <a:pt x="929392" y="5355087"/>
                  <a:pt x="771333" y="5357854"/>
                </a:cubicBezTo>
                <a:cubicBezTo>
                  <a:pt x="613274" y="5360621"/>
                  <a:pt x="373332" y="5336281"/>
                  <a:pt x="0" y="5357854"/>
                </a:cubicBezTo>
                <a:cubicBezTo>
                  <a:pt x="14264" y="5089386"/>
                  <a:pt x="-29228" y="4915042"/>
                  <a:pt x="0" y="4741701"/>
                </a:cubicBezTo>
                <a:cubicBezTo>
                  <a:pt x="29228" y="4568360"/>
                  <a:pt x="13658" y="4347265"/>
                  <a:pt x="0" y="4179126"/>
                </a:cubicBezTo>
                <a:cubicBezTo>
                  <a:pt x="-13658" y="4010987"/>
                  <a:pt x="-14529" y="3759804"/>
                  <a:pt x="0" y="3402237"/>
                </a:cubicBezTo>
                <a:cubicBezTo>
                  <a:pt x="14529" y="3044670"/>
                  <a:pt x="-16781" y="3101601"/>
                  <a:pt x="0" y="2839663"/>
                </a:cubicBezTo>
                <a:cubicBezTo>
                  <a:pt x="16781" y="2577725"/>
                  <a:pt x="16" y="2412669"/>
                  <a:pt x="0" y="2223509"/>
                </a:cubicBezTo>
                <a:cubicBezTo>
                  <a:pt x="-16" y="2034349"/>
                  <a:pt x="20200" y="1732639"/>
                  <a:pt x="0" y="1553778"/>
                </a:cubicBezTo>
                <a:cubicBezTo>
                  <a:pt x="-20200" y="1374917"/>
                  <a:pt x="9522" y="1137113"/>
                  <a:pt x="0" y="830467"/>
                </a:cubicBezTo>
                <a:cubicBezTo>
                  <a:pt x="-9522" y="523821"/>
                  <a:pt x="-37910" y="189532"/>
                  <a:pt x="0" y="0"/>
                </a:cubicBezTo>
                <a:close/>
              </a:path>
              <a:path w="3213889" h="5357854" stroke="0" extrusionOk="0">
                <a:moveTo>
                  <a:pt x="0" y="0"/>
                </a:moveTo>
                <a:cubicBezTo>
                  <a:pt x="271222" y="15298"/>
                  <a:pt x="398386" y="32743"/>
                  <a:pt x="707056" y="0"/>
                </a:cubicBezTo>
                <a:cubicBezTo>
                  <a:pt x="1015726" y="-32743"/>
                  <a:pt x="1051757" y="-16411"/>
                  <a:pt x="1349833" y="0"/>
                </a:cubicBezTo>
                <a:cubicBezTo>
                  <a:pt x="1647909" y="16411"/>
                  <a:pt x="1707503" y="1076"/>
                  <a:pt x="1928333" y="0"/>
                </a:cubicBezTo>
                <a:cubicBezTo>
                  <a:pt x="2149163" y="-1076"/>
                  <a:pt x="2293859" y="-2704"/>
                  <a:pt x="2571111" y="0"/>
                </a:cubicBezTo>
                <a:cubicBezTo>
                  <a:pt x="2848363" y="2704"/>
                  <a:pt x="2898073" y="4800"/>
                  <a:pt x="3213889" y="0"/>
                </a:cubicBezTo>
                <a:cubicBezTo>
                  <a:pt x="3194855" y="261879"/>
                  <a:pt x="3206249" y="407880"/>
                  <a:pt x="3213889" y="562575"/>
                </a:cubicBezTo>
                <a:cubicBezTo>
                  <a:pt x="3221529" y="717270"/>
                  <a:pt x="3191241" y="877788"/>
                  <a:pt x="3213889" y="1071571"/>
                </a:cubicBezTo>
                <a:cubicBezTo>
                  <a:pt x="3236537" y="1265354"/>
                  <a:pt x="3233448" y="1449654"/>
                  <a:pt x="3213889" y="1580567"/>
                </a:cubicBezTo>
                <a:cubicBezTo>
                  <a:pt x="3194330" y="1711480"/>
                  <a:pt x="3206261" y="1931366"/>
                  <a:pt x="3213889" y="2196720"/>
                </a:cubicBezTo>
                <a:cubicBezTo>
                  <a:pt x="3221517" y="2462074"/>
                  <a:pt x="3180808" y="2655421"/>
                  <a:pt x="3213889" y="2920030"/>
                </a:cubicBezTo>
                <a:cubicBezTo>
                  <a:pt x="3246971" y="3184639"/>
                  <a:pt x="3213942" y="3241909"/>
                  <a:pt x="3213889" y="3536184"/>
                </a:cubicBezTo>
                <a:cubicBezTo>
                  <a:pt x="3213836" y="3830459"/>
                  <a:pt x="3184023" y="4010418"/>
                  <a:pt x="3213889" y="4152337"/>
                </a:cubicBezTo>
                <a:cubicBezTo>
                  <a:pt x="3243755" y="4294256"/>
                  <a:pt x="3214546" y="4865007"/>
                  <a:pt x="3213889" y="5357854"/>
                </a:cubicBezTo>
                <a:cubicBezTo>
                  <a:pt x="3062529" y="5384291"/>
                  <a:pt x="2788197" y="5351540"/>
                  <a:pt x="2603250" y="5357854"/>
                </a:cubicBezTo>
                <a:cubicBezTo>
                  <a:pt x="2418303" y="5364168"/>
                  <a:pt x="2064090" y="5356406"/>
                  <a:pt x="1928333" y="5357854"/>
                </a:cubicBezTo>
                <a:cubicBezTo>
                  <a:pt x="1792576" y="5359302"/>
                  <a:pt x="1537382" y="5339989"/>
                  <a:pt x="1221278" y="5357854"/>
                </a:cubicBezTo>
                <a:cubicBezTo>
                  <a:pt x="905174" y="5375719"/>
                  <a:pt x="390809" y="5350147"/>
                  <a:pt x="0" y="5357854"/>
                </a:cubicBezTo>
                <a:cubicBezTo>
                  <a:pt x="13936" y="5034729"/>
                  <a:pt x="-22609" y="5014338"/>
                  <a:pt x="0" y="4688122"/>
                </a:cubicBezTo>
                <a:cubicBezTo>
                  <a:pt x="22609" y="4361906"/>
                  <a:pt x="-7433" y="4387478"/>
                  <a:pt x="0" y="4125548"/>
                </a:cubicBezTo>
                <a:cubicBezTo>
                  <a:pt x="7433" y="3863618"/>
                  <a:pt x="7880" y="3844982"/>
                  <a:pt x="0" y="3616551"/>
                </a:cubicBezTo>
                <a:cubicBezTo>
                  <a:pt x="-7880" y="3388120"/>
                  <a:pt x="24547" y="3192778"/>
                  <a:pt x="0" y="3053977"/>
                </a:cubicBezTo>
                <a:cubicBezTo>
                  <a:pt x="-24547" y="2915176"/>
                  <a:pt x="29967" y="2598324"/>
                  <a:pt x="0" y="2277088"/>
                </a:cubicBezTo>
                <a:cubicBezTo>
                  <a:pt x="-29967" y="1955852"/>
                  <a:pt x="11743" y="1989610"/>
                  <a:pt x="0" y="1714513"/>
                </a:cubicBezTo>
                <a:cubicBezTo>
                  <a:pt x="-11743" y="1439416"/>
                  <a:pt x="57" y="1189720"/>
                  <a:pt x="0" y="991203"/>
                </a:cubicBezTo>
                <a:cubicBezTo>
                  <a:pt x="-57" y="792686"/>
                  <a:pt x="-1809" y="366360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B0B0B0">
                  <a:alpha val="0"/>
                </a:srgbClr>
              </a:gs>
              <a:gs pos="60000">
                <a:schemeClr val="bg1">
                  <a:lumMod val="98000"/>
                </a:schemeClr>
              </a:gs>
            </a:gsLst>
            <a:lin ang="5400000" scaled="1"/>
          </a:gradFill>
          <a:ln w="19050" cmpd="sng">
            <a:noFil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83DBB-DD4F-DD61-8253-8C1D7C5F6130}"/>
              </a:ext>
            </a:extLst>
          </p:cNvPr>
          <p:cNvSpPr txBox="1"/>
          <p:nvPr/>
        </p:nvSpPr>
        <p:spPr>
          <a:xfrm>
            <a:off x="5254455" y="273759"/>
            <a:ext cx="1683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GOST type A" panose="020B0500000000000000" pitchFamily="34" charset="0"/>
              </a:rPr>
              <a:t>Решение</a:t>
            </a:r>
            <a:endParaRPr lang="en-US" sz="3600" b="1" dirty="0">
              <a:latin typeface="GOST type A" panose="020B0500000000000000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7301495-1272-F05B-9A2A-A112E7544B9C}"/>
              </a:ext>
            </a:extLst>
          </p:cNvPr>
          <p:cNvSpPr/>
          <p:nvPr/>
        </p:nvSpPr>
        <p:spPr>
          <a:xfrm>
            <a:off x="530093" y="1478599"/>
            <a:ext cx="3213889" cy="5357854"/>
          </a:xfrm>
          <a:custGeom>
            <a:avLst/>
            <a:gdLst>
              <a:gd name="csX0" fmla="*/ 0 w 3213889"/>
              <a:gd name="csY0" fmla="*/ 0 h 5357854"/>
              <a:gd name="csX1" fmla="*/ 707056 w 3213889"/>
              <a:gd name="csY1" fmla="*/ 0 h 5357854"/>
              <a:gd name="csX2" fmla="*/ 1381972 w 3213889"/>
              <a:gd name="csY2" fmla="*/ 0 h 5357854"/>
              <a:gd name="csX3" fmla="*/ 1928333 w 3213889"/>
              <a:gd name="csY3" fmla="*/ 0 h 5357854"/>
              <a:gd name="csX4" fmla="*/ 2635389 w 3213889"/>
              <a:gd name="csY4" fmla="*/ 0 h 5357854"/>
              <a:gd name="csX5" fmla="*/ 3213889 w 3213889"/>
              <a:gd name="csY5" fmla="*/ 0 h 5357854"/>
              <a:gd name="csX6" fmla="*/ 3213889 w 3213889"/>
              <a:gd name="csY6" fmla="*/ 616153 h 5357854"/>
              <a:gd name="csX7" fmla="*/ 3213889 w 3213889"/>
              <a:gd name="csY7" fmla="*/ 1285885 h 5357854"/>
              <a:gd name="csX8" fmla="*/ 3213889 w 3213889"/>
              <a:gd name="csY8" fmla="*/ 1902038 h 5357854"/>
              <a:gd name="csX9" fmla="*/ 3213889 w 3213889"/>
              <a:gd name="csY9" fmla="*/ 2678927 h 5357854"/>
              <a:gd name="csX10" fmla="*/ 3213889 w 3213889"/>
              <a:gd name="csY10" fmla="*/ 3402237 h 5357854"/>
              <a:gd name="csX11" fmla="*/ 3213889 w 3213889"/>
              <a:gd name="csY11" fmla="*/ 4125548 h 5357854"/>
              <a:gd name="csX12" fmla="*/ 3213889 w 3213889"/>
              <a:gd name="csY12" fmla="*/ 4688122 h 5357854"/>
              <a:gd name="csX13" fmla="*/ 3213889 w 3213889"/>
              <a:gd name="csY13" fmla="*/ 5357854 h 5357854"/>
              <a:gd name="csX14" fmla="*/ 2538972 w 3213889"/>
              <a:gd name="csY14" fmla="*/ 5357854 h 5357854"/>
              <a:gd name="csX15" fmla="*/ 1864056 w 3213889"/>
              <a:gd name="csY15" fmla="*/ 5357854 h 5357854"/>
              <a:gd name="csX16" fmla="*/ 1317694 w 3213889"/>
              <a:gd name="csY16" fmla="*/ 5357854 h 5357854"/>
              <a:gd name="csX17" fmla="*/ 771333 w 3213889"/>
              <a:gd name="csY17" fmla="*/ 5357854 h 5357854"/>
              <a:gd name="csX18" fmla="*/ 0 w 3213889"/>
              <a:gd name="csY18" fmla="*/ 5357854 h 5357854"/>
              <a:gd name="csX19" fmla="*/ 0 w 3213889"/>
              <a:gd name="csY19" fmla="*/ 4741701 h 5357854"/>
              <a:gd name="csX20" fmla="*/ 0 w 3213889"/>
              <a:gd name="csY20" fmla="*/ 4179126 h 5357854"/>
              <a:gd name="csX21" fmla="*/ 0 w 3213889"/>
              <a:gd name="csY21" fmla="*/ 3402237 h 5357854"/>
              <a:gd name="csX22" fmla="*/ 0 w 3213889"/>
              <a:gd name="csY22" fmla="*/ 2839663 h 5357854"/>
              <a:gd name="csX23" fmla="*/ 0 w 3213889"/>
              <a:gd name="csY23" fmla="*/ 2223509 h 5357854"/>
              <a:gd name="csX24" fmla="*/ 0 w 3213889"/>
              <a:gd name="csY24" fmla="*/ 1553778 h 5357854"/>
              <a:gd name="csX25" fmla="*/ 0 w 3213889"/>
              <a:gd name="csY25" fmla="*/ 830467 h 5357854"/>
              <a:gd name="csX26" fmla="*/ 0 w 3213889"/>
              <a:gd name="csY26" fmla="*/ 0 h 53578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213889" h="5357854" fill="none" extrusionOk="0">
                <a:moveTo>
                  <a:pt x="0" y="0"/>
                </a:moveTo>
                <a:cubicBezTo>
                  <a:pt x="264979" y="20307"/>
                  <a:pt x="471023" y="-18639"/>
                  <a:pt x="707056" y="0"/>
                </a:cubicBezTo>
                <a:cubicBezTo>
                  <a:pt x="943089" y="18639"/>
                  <a:pt x="1234337" y="28863"/>
                  <a:pt x="1381972" y="0"/>
                </a:cubicBezTo>
                <a:cubicBezTo>
                  <a:pt x="1529607" y="-28863"/>
                  <a:pt x="1786980" y="-24703"/>
                  <a:pt x="1928333" y="0"/>
                </a:cubicBezTo>
                <a:cubicBezTo>
                  <a:pt x="2069686" y="24703"/>
                  <a:pt x="2448909" y="2965"/>
                  <a:pt x="2635389" y="0"/>
                </a:cubicBezTo>
                <a:cubicBezTo>
                  <a:pt x="2821869" y="-2965"/>
                  <a:pt x="2932514" y="17397"/>
                  <a:pt x="3213889" y="0"/>
                </a:cubicBezTo>
                <a:cubicBezTo>
                  <a:pt x="3211684" y="269702"/>
                  <a:pt x="3231429" y="427036"/>
                  <a:pt x="3213889" y="616153"/>
                </a:cubicBezTo>
                <a:cubicBezTo>
                  <a:pt x="3196349" y="805270"/>
                  <a:pt x="3186505" y="1008697"/>
                  <a:pt x="3213889" y="1285885"/>
                </a:cubicBezTo>
                <a:cubicBezTo>
                  <a:pt x="3241273" y="1563073"/>
                  <a:pt x="3242752" y="1696095"/>
                  <a:pt x="3213889" y="1902038"/>
                </a:cubicBezTo>
                <a:cubicBezTo>
                  <a:pt x="3185026" y="2107981"/>
                  <a:pt x="3185988" y="2397969"/>
                  <a:pt x="3213889" y="2678927"/>
                </a:cubicBezTo>
                <a:cubicBezTo>
                  <a:pt x="3241790" y="2959885"/>
                  <a:pt x="3227414" y="3097506"/>
                  <a:pt x="3213889" y="3402237"/>
                </a:cubicBezTo>
                <a:cubicBezTo>
                  <a:pt x="3200365" y="3706968"/>
                  <a:pt x="3209568" y="3786070"/>
                  <a:pt x="3213889" y="4125548"/>
                </a:cubicBezTo>
                <a:cubicBezTo>
                  <a:pt x="3218210" y="4465026"/>
                  <a:pt x="3232307" y="4530744"/>
                  <a:pt x="3213889" y="4688122"/>
                </a:cubicBezTo>
                <a:cubicBezTo>
                  <a:pt x="3195471" y="4845500"/>
                  <a:pt x="3234996" y="5064761"/>
                  <a:pt x="3213889" y="5357854"/>
                </a:cubicBezTo>
                <a:cubicBezTo>
                  <a:pt x="2911524" y="5375260"/>
                  <a:pt x="2766955" y="5372998"/>
                  <a:pt x="2538972" y="5357854"/>
                </a:cubicBezTo>
                <a:cubicBezTo>
                  <a:pt x="2310989" y="5342710"/>
                  <a:pt x="2132178" y="5382169"/>
                  <a:pt x="1864056" y="5357854"/>
                </a:cubicBezTo>
                <a:cubicBezTo>
                  <a:pt x="1595934" y="5333539"/>
                  <a:pt x="1551037" y="5372564"/>
                  <a:pt x="1317694" y="5357854"/>
                </a:cubicBezTo>
                <a:cubicBezTo>
                  <a:pt x="1084351" y="5343144"/>
                  <a:pt x="929392" y="5355087"/>
                  <a:pt x="771333" y="5357854"/>
                </a:cubicBezTo>
                <a:cubicBezTo>
                  <a:pt x="613274" y="5360621"/>
                  <a:pt x="373332" y="5336281"/>
                  <a:pt x="0" y="5357854"/>
                </a:cubicBezTo>
                <a:cubicBezTo>
                  <a:pt x="14264" y="5089386"/>
                  <a:pt x="-29228" y="4915042"/>
                  <a:pt x="0" y="4741701"/>
                </a:cubicBezTo>
                <a:cubicBezTo>
                  <a:pt x="29228" y="4568360"/>
                  <a:pt x="13658" y="4347265"/>
                  <a:pt x="0" y="4179126"/>
                </a:cubicBezTo>
                <a:cubicBezTo>
                  <a:pt x="-13658" y="4010987"/>
                  <a:pt x="-14529" y="3759804"/>
                  <a:pt x="0" y="3402237"/>
                </a:cubicBezTo>
                <a:cubicBezTo>
                  <a:pt x="14529" y="3044670"/>
                  <a:pt x="-16781" y="3101601"/>
                  <a:pt x="0" y="2839663"/>
                </a:cubicBezTo>
                <a:cubicBezTo>
                  <a:pt x="16781" y="2577725"/>
                  <a:pt x="16" y="2412669"/>
                  <a:pt x="0" y="2223509"/>
                </a:cubicBezTo>
                <a:cubicBezTo>
                  <a:pt x="-16" y="2034349"/>
                  <a:pt x="20200" y="1732639"/>
                  <a:pt x="0" y="1553778"/>
                </a:cubicBezTo>
                <a:cubicBezTo>
                  <a:pt x="-20200" y="1374917"/>
                  <a:pt x="9522" y="1137113"/>
                  <a:pt x="0" y="830467"/>
                </a:cubicBezTo>
                <a:cubicBezTo>
                  <a:pt x="-9522" y="523821"/>
                  <a:pt x="-37910" y="189532"/>
                  <a:pt x="0" y="0"/>
                </a:cubicBezTo>
                <a:close/>
              </a:path>
              <a:path w="3213889" h="5357854" stroke="0" extrusionOk="0">
                <a:moveTo>
                  <a:pt x="0" y="0"/>
                </a:moveTo>
                <a:cubicBezTo>
                  <a:pt x="271222" y="15298"/>
                  <a:pt x="398386" y="32743"/>
                  <a:pt x="707056" y="0"/>
                </a:cubicBezTo>
                <a:cubicBezTo>
                  <a:pt x="1015726" y="-32743"/>
                  <a:pt x="1051757" y="-16411"/>
                  <a:pt x="1349833" y="0"/>
                </a:cubicBezTo>
                <a:cubicBezTo>
                  <a:pt x="1647909" y="16411"/>
                  <a:pt x="1707503" y="1076"/>
                  <a:pt x="1928333" y="0"/>
                </a:cubicBezTo>
                <a:cubicBezTo>
                  <a:pt x="2149163" y="-1076"/>
                  <a:pt x="2293859" y="-2704"/>
                  <a:pt x="2571111" y="0"/>
                </a:cubicBezTo>
                <a:cubicBezTo>
                  <a:pt x="2848363" y="2704"/>
                  <a:pt x="2898073" y="4800"/>
                  <a:pt x="3213889" y="0"/>
                </a:cubicBezTo>
                <a:cubicBezTo>
                  <a:pt x="3194855" y="261879"/>
                  <a:pt x="3206249" y="407880"/>
                  <a:pt x="3213889" y="562575"/>
                </a:cubicBezTo>
                <a:cubicBezTo>
                  <a:pt x="3221529" y="717270"/>
                  <a:pt x="3191241" y="877788"/>
                  <a:pt x="3213889" y="1071571"/>
                </a:cubicBezTo>
                <a:cubicBezTo>
                  <a:pt x="3236537" y="1265354"/>
                  <a:pt x="3233448" y="1449654"/>
                  <a:pt x="3213889" y="1580567"/>
                </a:cubicBezTo>
                <a:cubicBezTo>
                  <a:pt x="3194330" y="1711480"/>
                  <a:pt x="3206261" y="1931366"/>
                  <a:pt x="3213889" y="2196720"/>
                </a:cubicBezTo>
                <a:cubicBezTo>
                  <a:pt x="3221517" y="2462074"/>
                  <a:pt x="3180808" y="2655421"/>
                  <a:pt x="3213889" y="2920030"/>
                </a:cubicBezTo>
                <a:cubicBezTo>
                  <a:pt x="3246971" y="3184639"/>
                  <a:pt x="3213942" y="3241909"/>
                  <a:pt x="3213889" y="3536184"/>
                </a:cubicBezTo>
                <a:cubicBezTo>
                  <a:pt x="3213836" y="3830459"/>
                  <a:pt x="3184023" y="4010418"/>
                  <a:pt x="3213889" y="4152337"/>
                </a:cubicBezTo>
                <a:cubicBezTo>
                  <a:pt x="3243755" y="4294256"/>
                  <a:pt x="3214546" y="4865007"/>
                  <a:pt x="3213889" y="5357854"/>
                </a:cubicBezTo>
                <a:cubicBezTo>
                  <a:pt x="3062529" y="5384291"/>
                  <a:pt x="2788197" y="5351540"/>
                  <a:pt x="2603250" y="5357854"/>
                </a:cubicBezTo>
                <a:cubicBezTo>
                  <a:pt x="2418303" y="5364168"/>
                  <a:pt x="2064090" y="5356406"/>
                  <a:pt x="1928333" y="5357854"/>
                </a:cubicBezTo>
                <a:cubicBezTo>
                  <a:pt x="1792576" y="5359302"/>
                  <a:pt x="1537382" y="5339989"/>
                  <a:pt x="1221278" y="5357854"/>
                </a:cubicBezTo>
                <a:cubicBezTo>
                  <a:pt x="905174" y="5375719"/>
                  <a:pt x="390809" y="5350147"/>
                  <a:pt x="0" y="5357854"/>
                </a:cubicBezTo>
                <a:cubicBezTo>
                  <a:pt x="13936" y="5034729"/>
                  <a:pt x="-22609" y="5014338"/>
                  <a:pt x="0" y="4688122"/>
                </a:cubicBezTo>
                <a:cubicBezTo>
                  <a:pt x="22609" y="4361906"/>
                  <a:pt x="-7433" y="4387478"/>
                  <a:pt x="0" y="4125548"/>
                </a:cubicBezTo>
                <a:cubicBezTo>
                  <a:pt x="7433" y="3863618"/>
                  <a:pt x="7880" y="3844982"/>
                  <a:pt x="0" y="3616551"/>
                </a:cubicBezTo>
                <a:cubicBezTo>
                  <a:pt x="-7880" y="3388120"/>
                  <a:pt x="24547" y="3192778"/>
                  <a:pt x="0" y="3053977"/>
                </a:cubicBezTo>
                <a:cubicBezTo>
                  <a:pt x="-24547" y="2915176"/>
                  <a:pt x="29967" y="2598324"/>
                  <a:pt x="0" y="2277088"/>
                </a:cubicBezTo>
                <a:cubicBezTo>
                  <a:pt x="-29967" y="1955852"/>
                  <a:pt x="11743" y="1989610"/>
                  <a:pt x="0" y="1714513"/>
                </a:cubicBezTo>
                <a:cubicBezTo>
                  <a:pt x="-11743" y="1439416"/>
                  <a:pt x="57" y="1189720"/>
                  <a:pt x="0" y="991203"/>
                </a:cubicBezTo>
                <a:cubicBezTo>
                  <a:pt x="-57" y="792686"/>
                  <a:pt x="-1809" y="366360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B0B0B0">
                  <a:alpha val="0"/>
                </a:srgbClr>
              </a:gs>
              <a:gs pos="60000">
                <a:schemeClr val="bg1">
                  <a:lumMod val="98000"/>
                </a:schemeClr>
              </a:gs>
            </a:gsLst>
            <a:lin ang="5400000" scaled="1"/>
          </a:gradFill>
          <a:ln w="19050" cmpd="sng">
            <a:noFil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859AB-6341-2500-2EDB-51EA94764B2D}"/>
              </a:ext>
            </a:extLst>
          </p:cNvPr>
          <p:cNvSpPr txBox="1"/>
          <p:nvPr/>
        </p:nvSpPr>
        <p:spPr>
          <a:xfrm>
            <a:off x="530093" y="1769912"/>
            <a:ext cx="32138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GOST type A" panose="020B0500000000000000" pitchFamily="34" charset="0"/>
              </a:rPr>
              <a:t>Нейросетевой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поиск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визуалов</a:t>
            </a:r>
            <a:r>
              <a:rPr lang="en-US" sz="2400" dirty="0">
                <a:latin typeface="GOST type A" panose="020B0500000000000000" pitchFamily="34" charset="0"/>
              </a:rPr>
              <a:t>: </a:t>
            </a:r>
            <a:r>
              <a:rPr lang="en-US" sz="2400" dirty="0" err="1">
                <a:latin typeface="GOST type A" panose="020B0500000000000000" pitchFamily="34" charset="0"/>
              </a:rPr>
              <a:t>Пользователь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вводит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иероглиф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endParaRPr lang="ru-RU" sz="2400" dirty="0">
              <a:latin typeface="GOST type A" panose="020B0500000000000000" pitchFamily="34" charset="0"/>
            </a:endParaRPr>
          </a:p>
          <a:p>
            <a:pPr algn="ctr"/>
            <a:r>
              <a:rPr lang="en-US" sz="2400" dirty="0">
                <a:latin typeface="GOST type A" panose="020B0500000000000000" pitchFamily="34" charset="0"/>
              </a:rPr>
              <a:t>(</a:t>
            </a:r>
            <a:r>
              <a:rPr lang="ja-JP" altLang="en-US" sz="2400" dirty="0">
                <a:latin typeface="GOST type A" panose="020B0500000000000000" pitchFamily="34" charset="0"/>
              </a:rPr>
              <a:t>我</a:t>
            </a:r>
            <a:r>
              <a:rPr lang="en-US" sz="2400" dirty="0">
                <a:latin typeface="GOST type A" panose="020B0500000000000000" pitchFamily="34" charset="0"/>
              </a:rPr>
              <a:t>), </a:t>
            </a:r>
            <a:r>
              <a:rPr lang="en-US" sz="2400" dirty="0" err="1">
                <a:latin typeface="GOST type A" panose="020B0500000000000000" pitchFamily="34" charset="0"/>
              </a:rPr>
              <a:t>нейросеть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анализирует</a:t>
            </a:r>
            <a:r>
              <a:rPr lang="en-US" sz="2400" dirty="0">
                <a:latin typeface="GOST type A" panose="020B0500000000000000" pitchFamily="34" charset="0"/>
              </a:rPr>
              <a:t> его </a:t>
            </a:r>
            <a:r>
              <a:rPr lang="en-US" sz="2400" dirty="0" err="1">
                <a:latin typeface="GOST type A" panose="020B0500000000000000" pitchFamily="34" charset="0"/>
              </a:rPr>
              <a:t>как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картинку</a:t>
            </a:r>
            <a:r>
              <a:rPr lang="en-US" sz="2400" dirty="0">
                <a:latin typeface="GOST type A" panose="020B0500000000000000" pitchFamily="34" charset="0"/>
              </a:rPr>
              <a:t> и </a:t>
            </a:r>
            <a:r>
              <a:rPr lang="en-US" sz="2400" dirty="0" err="1">
                <a:latin typeface="GOST type A" panose="020B0500000000000000" pitchFamily="34" charset="0"/>
              </a:rPr>
              <a:t>находит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реально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похожие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endParaRPr lang="ru-RU" sz="2400" dirty="0">
              <a:latin typeface="GOST type A" panose="020B0500000000000000" pitchFamily="34" charset="0"/>
            </a:endParaRPr>
          </a:p>
          <a:p>
            <a:pPr algn="ctr"/>
            <a:r>
              <a:rPr lang="en-US" sz="2400" dirty="0">
                <a:latin typeface="GOST type A" panose="020B0500000000000000" pitchFamily="34" charset="0"/>
              </a:rPr>
              <a:t>(</a:t>
            </a:r>
            <a:r>
              <a:rPr lang="ja-JP" altLang="en-US" sz="2400" dirty="0">
                <a:latin typeface="GOST type A" panose="020B0500000000000000" pitchFamily="34" charset="0"/>
              </a:rPr>
              <a:t>找</a:t>
            </a:r>
            <a:r>
              <a:rPr lang="en-US" sz="2400" dirty="0">
                <a:latin typeface="GOST type A" panose="020B0500000000000000" pitchFamily="34" charset="0"/>
              </a:rPr>
              <a:t>,</a:t>
            </a:r>
            <a:r>
              <a:rPr lang="ja-JP" altLang="en-US" sz="2400" dirty="0">
                <a:latin typeface="GOST type A" panose="020B0500000000000000" pitchFamily="34" charset="0"/>
              </a:rPr>
              <a:t>钱</a:t>
            </a:r>
            <a:r>
              <a:rPr lang="en-US" sz="2400" dirty="0">
                <a:latin typeface="GOST type A" panose="020B0500000000000000" pitchFamily="34" charset="0"/>
              </a:rPr>
              <a:t>), а </a:t>
            </a:r>
            <a:r>
              <a:rPr lang="en-US" sz="2400" dirty="0" err="1">
                <a:latin typeface="GOST type A" panose="020B0500000000000000" pitchFamily="34" charset="0"/>
              </a:rPr>
              <a:t>не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просто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однокоренные</a:t>
            </a:r>
            <a:r>
              <a:rPr lang="en-US" sz="2400" dirty="0">
                <a:latin typeface="GOST type A" panose="020B0500000000000000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BFECA-7959-4C6A-7D31-E189FDCA2004}"/>
              </a:ext>
            </a:extLst>
          </p:cNvPr>
          <p:cNvSpPr txBox="1"/>
          <p:nvPr/>
        </p:nvSpPr>
        <p:spPr>
          <a:xfrm>
            <a:off x="4489055" y="1788695"/>
            <a:ext cx="32138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GOST type A" panose="020B0500000000000000" pitchFamily="34" charset="0"/>
              </a:rPr>
              <a:t>Поиск</a:t>
            </a:r>
            <a:r>
              <a:rPr lang="en-US" sz="2400" dirty="0">
                <a:latin typeface="GOST type A" panose="020B0500000000000000" pitchFamily="34" charset="0"/>
              </a:rPr>
              <a:t> по </a:t>
            </a:r>
            <a:r>
              <a:rPr lang="en-US" sz="2400" dirty="0" err="1">
                <a:latin typeface="GOST type A" panose="020B0500000000000000" pitchFamily="34" charset="0"/>
              </a:rPr>
              <a:t>ключам</a:t>
            </a:r>
            <a:r>
              <a:rPr lang="en-US" sz="2400" dirty="0">
                <a:latin typeface="GOST type A" panose="020B0500000000000000" pitchFamily="34" charset="0"/>
              </a:rPr>
              <a:t> (</a:t>
            </a:r>
            <a:r>
              <a:rPr lang="en-US" sz="2400" dirty="0" err="1">
                <a:latin typeface="GOST type A" panose="020B0500000000000000" pitchFamily="34" charset="0"/>
              </a:rPr>
              <a:t>графемам</a:t>
            </a:r>
            <a:r>
              <a:rPr lang="en-US" sz="2400" dirty="0">
                <a:latin typeface="GOST type A" panose="020B0500000000000000" pitchFamily="34" charset="0"/>
              </a:rPr>
              <a:t>): </a:t>
            </a:r>
            <a:r>
              <a:rPr lang="en-US" sz="2400" dirty="0" err="1">
                <a:latin typeface="GOST type A" panose="020B0500000000000000" pitchFamily="34" charset="0"/>
              </a:rPr>
              <a:t>Возможность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найти</a:t>
            </a:r>
            <a:r>
              <a:rPr lang="en-US" sz="2400" dirty="0">
                <a:latin typeface="GOST type A" panose="020B0500000000000000" pitchFamily="34" charset="0"/>
              </a:rPr>
              <a:t> все </a:t>
            </a:r>
            <a:r>
              <a:rPr lang="en-US" sz="2400" dirty="0" err="1">
                <a:latin typeface="GOST type A" panose="020B0500000000000000" pitchFamily="34" charset="0"/>
              </a:rPr>
              <a:t>иероглифы</a:t>
            </a:r>
            <a:r>
              <a:rPr lang="en-US" sz="2400" dirty="0">
                <a:latin typeface="GOST type A" panose="020B0500000000000000" pitchFamily="34" charset="0"/>
              </a:rPr>
              <a:t>, </a:t>
            </a:r>
            <a:r>
              <a:rPr lang="en-US" sz="2400" dirty="0" err="1">
                <a:latin typeface="GOST type A" panose="020B0500000000000000" pitchFamily="34" charset="0"/>
              </a:rPr>
              <a:t>содержащие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конкретный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элемент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endParaRPr lang="ru-RU" sz="2400" dirty="0">
              <a:latin typeface="GOST type A" panose="020B0500000000000000" pitchFamily="34" charset="0"/>
            </a:endParaRPr>
          </a:p>
          <a:p>
            <a:pPr algn="ctr"/>
            <a:r>
              <a:rPr lang="en-US" sz="2400" dirty="0">
                <a:latin typeface="GOST type A" panose="020B0500000000000000" pitchFamily="34" charset="0"/>
              </a:rPr>
              <a:t>(</a:t>
            </a:r>
            <a:r>
              <a:rPr lang="en-US" sz="2400" dirty="0" err="1">
                <a:latin typeface="GOST type A" panose="020B0500000000000000" pitchFamily="34" charset="0"/>
              </a:rPr>
              <a:t>например</a:t>
            </a:r>
            <a:r>
              <a:rPr lang="en-US" sz="2400" dirty="0">
                <a:latin typeface="GOST type A" panose="020B0500000000000000" pitchFamily="34" charset="0"/>
              </a:rPr>
              <a:t>, «</a:t>
            </a:r>
            <a:r>
              <a:rPr lang="ru-RU" sz="2400" dirty="0">
                <a:latin typeface="GOST type A" panose="020B0500000000000000" pitchFamily="34" charset="0"/>
              </a:rPr>
              <a:t>сердце</a:t>
            </a:r>
            <a:r>
              <a:rPr lang="en-US" sz="2400" dirty="0">
                <a:latin typeface="GOST type A" panose="020B0500000000000000" pitchFamily="34" charset="0"/>
              </a:rPr>
              <a:t>» </a:t>
            </a:r>
            <a:r>
              <a:rPr lang="ja-JP" altLang="en-US" sz="2400" dirty="0">
                <a:latin typeface="GOST type A" panose="020B0500000000000000" pitchFamily="34" charset="0"/>
              </a:rPr>
              <a:t>心</a:t>
            </a:r>
            <a:r>
              <a:rPr lang="en-US" sz="2400" dirty="0">
                <a:latin typeface="GOST type A" panose="020B0500000000000000" pitchFamily="34" charset="0"/>
              </a:rPr>
              <a:t>), для </a:t>
            </a:r>
            <a:r>
              <a:rPr lang="en-US" sz="2400" dirty="0" err="1">
                <a:latin typeface="GOST type A" panose="020B0500000000000000" pitchFamily="34" charset="0"/>
              </a:rPr>
              <a:t>системного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изучения</a:t>
            </a:r>
            <a:r>
              <a:rPr lang="en-US" sz="2400" dirty="0">
                <a:latin typeface="GOST type A" panose="020B0500000000000000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3DA7A-E283-A9B8-5FFC-2EBC69B48D9E}"/>
              </a:ext>
            </a:extLst>
          </p:cNvPr>
          <p:cNvSpPr txBox="1"/>
          <p:nvPr/>
        </p:nvSpPr>
        <p:spPr>
          <a:xfrm>
            <a:off x="8233037" y="1788695"/>
            <a:ext cx="32138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latin typeface="GOST type A" panose="020B0500000000000000" pitchFamily="34" charset="0"/>
              </a:rPr>
              <a:t>База</a:t>
            </a:r>
            <a:r>
              <a:rPr lang="en-US" sz="2400" dirty="0">
                <a:latin typeface="GOST type A" panose="020B0500000000000000" pitchFamily="34" charset="0"/>
              </a:rPr>
              <a:t> для </a:t>
            </a:r>
            <a:r>
              <a:rPr lang="en-US" sz="2400" dirty="0" err="1">
                <a:latin typeface="GOST type A" panose="020B0500000000000000" pitchFamily="34" charset="0"/>
              </a:rPr>
              <a:t>сравнения</a:t>
            </a:r>
            <a:r>
              <a:rPr lang="en-US" sz="2400" dirty="0">
                <a:latin typeface="GOST type A" panose="020B0500000000000000" pitchFamily="34" charset="0"/>
              </a:rPr>
              <a:t>: </a:t>
            </a:r>
            <a:r>
              <a:rPr lang="en-US" sz="2400" dirty="0" err="1">
                <a:latin typeface="GOST type A" panose="020B0500000000000000" pitchFamily="34" charset="0"/>
              </a:rPr>
              <a:t>Отображение</a:t>
            </a:r>
            <a:r>
              <a:rPr lang="en-US" sz="2400" dirty="0">
                <a:latin typeface="GOST type A" panose="020B0500000000000000" pitchFamily="34" charset="0"/>
              </a:rPr>
              <a:t> двух </a:t>
            </a:r>
            <a:r>
              <a:rPr lang="en-US" sz="2400" dirty="0" err="1">
                <a:latin typeface="GOST type A" panose="020B0500000000000000" pitchFamily="34" charset="0"/>
              </a:rPr>
              <a:t>иероглифов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рядом</a:t>
            </a:r>
            <a:r>
              <a:rPr lang="en-US" sz="2400" dirty="0">
                <a:latin typeface="GOST type A" panose="020B0500000000000000" pitchFamily="34" charset="0"/>
              </a:rPr>
              <a:t> с </a:t>
            </a:r>
            <a:r>
              <a:rPr lang="en-US" sz="2400" dirty="0" err="1">
                <a:latin typeface="GOST type A" panose="020B0500000000000000" pitchFamily="34" charset="0"/>
              </a:rPr>
              <a:t>переводом</a:t>
            </a:r>
            <a:r>
              <a:rPr lang="en-US" sz="2400" dirty="0">
                <a:latin typeface="GOST type A" panose="020B0500000000000000" pitchFamily="34" charset="0"/>
              </a:rPr>
              <a:t>, </a:t>
            </a:r>
            <a:r>
              <a:rPr lang="en-US" sz="2400" dirty="0" err="1">
                <a:latin typeface="GOST type A" panose="020B0500000000000000" pitchFamily="34" charset="0"/>
              </a:rPr>
              <a:t>пиньинем</a:t>
            </a:r>
            <a:r>
              <a:rPr lang="en-US" sz="2400" dirty="0">
                <a:latin typeface="GOST type A" panose="020B0500000000000000" pitchFamily="34" charset="0"/>
              </a:rPr>
              <a:t> и </a:t>
            </a:r>
            <a:r>
              <a:rPr lang="en-US" sz="2400" dirty="0" err="1">
                <a:latin typeface="GOST type A" panose="020B0500000000000000" pitchFamily="34" charset="0"/>
              </a:rPr>
              <a:t>тонами</a:t>
            </a:r>
            <a:r>
              <a:rPr lang="en-US" sz="2400" dirty="0">
                <a:latin typeface="GOST type A" panose="020B0500000000000000" pitchFamily="34" charset="0"/>
              </a:rPr>
              <a:t> для </a:t>
            </a:r>
            <a:r>
              <a:rPr lang="en-US" sz="2400" dirty="0" err="1">
                <a:latin typeface="GOST type A" panose="020B0500000000000000" pitchFamily="34" charset="0"/>
              </a:rPr>
              <a:t>быстрого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усвоения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разницы</a:t>
            </a:r>
            <a:r>
              <a:rPr lang="en-US" sz="2400" dirty="0">
                <a:latin typeface="GOST type A" panose="020B0500000000000000" pitchFamily="34" charset="0"/>
              </a:rPr>
              <a:t>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A323AC7-6A6E-6307-B367-EDF0AF72CD2A}"/>
              </a:ext>
            </a:extLst>
          </p:cNvPr>
          <p:cNvSpPr/>
          <p:nvPr/>
        </p:nvSpPr>
        <p:spPr>
          <a:xfrm>
            <a:off x="7487964" y="2467801"/>
            <a:ext cx="417321" cy="3258435"/>
          </a:xfrm>
          <a:custGeom>
            <a:avLst/>
            <a:gdLst>
              <a:gd name="csX0" fmla="*/ 0 w 417321"/>
              <a:gd name="csY0" fmla="*/ 0 h 3258435"/>
              <a:gd name="csX1" fmla="*/ 417321 w 417321"/>
              <a:gd name="csY1" fmla="*/ 0 h 3258435"/>
              <a:gd name="csX2" fmla="*/ 417321 w 417321"/>
              <a:gd name="csY2" fmla="*/ 586518 h 3258435"/>
              <a:gd name="csX3" fmla="*/ 417321 w 417321"/>
              <a:gd name="csY3" fmla="*/ 1303374 h 3258435"/>
              <a:gd name="csX4" fmla="*/ 417321 w 417321"/>
              <a:gd name="csY4" fmla="*/ 1987645 h 3258435"/>
              <a:gd name="csX5" fmla="*/ 417321 w 417321"/>
              <a:gd name="csY5" fmla="*/ 2639332 h 3258435"/>
              <a:gd name="csX6" fmla="*/ 417321 w 417321"/>
              <a:gd name="csY6" fmla="*/ 3258435 h 3258435"/>
              <a:gd name="csX7" fmla="*/ 0 w 417321"/>
              <a:gd name="csY7" fmla="*/ 3258435 h 3258435"/>
              <a:gd name="csX8" fmla="*/ 0 w 417321"/>
              <a:gd name="csY8" fmla="*/ 2671917 h 3258435"/>
              <a:gd name="csX9" fmla="*/ 0 w 417321"/>
              <a:gd name="csY9" fmla="*/ 2052814 h 3258435"/>
              <a:gd name="csX10" fmla="*/ 0 w 417321"/>
              <a:gd name="csY10" fmla="*/ 1401127 h 3258435"/>
              <a:gd name="csX11" fmla="*/ 0 w 417321"/>
              <a:gd name="csY11" fmla="*/ 847193 h 3258435"/>
              <a:gd name="csX12" fmla="*/ 0 w 417321"/>
              <a:gd name="csY12" fmla="*/ 0 h 3258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7321" h="3258435" fill="none" extrusionOk="0">
                <a:moveTo>
                  <a:pt x="0" y="0"/>
                </a:moveTo>
                <a:cubicBezTo>
                  <a:pt x="198358" y="-18511"/>
                  <a:pt x="298909" y="4324"/>
                  <a:pt x="417321" y="0"/>
                </a:cubicBezTo>
                <a:cubicBezTo>
                  <a:pt x="425546" y="250450"/>
                  <a:pt x="403943" y="372701"/>
                  <a:pt x="417321" y="586518"/>
                </a:cubicBezTo>
                <a:cubicBezTo>
                  <a:pt x="430699" y="800335"/>
                  <a:pt x="385470" y="1124114"/>
                  <a:pt x="417321" y="1303374"/>
                </a:cubicBezTo>
                <a:cubicBezTo>
                  <a:pt x="449172" y="1482634"/>
                  <a:pt x="386037" y="1763656"/>
                  <a:pt x="417321" y="1987645"/>
                </a:cubicBezTo>
                <a:cubicBezTo>
                  <a:pt x="448605" y="2211634"/>
                  <a:pt x="413673" y="2318752"/>
                  <a:pt x="417321" y="2639332"/>
                </a:cubicBezTo>
                <a:cubicBezTo>
                  <a:pt x="420969" y="2959912"/>
                  <a:pt x="387843" y="3021305"/>
                  <a:pt x="417321" y="3258435"/>
                </a:cubicBezTo>
                <a:cubicBezTo>
                  <a:pt x="325504" y="3261741"/>
                  <a:pt x="125367" y="3244143"/>
                  <a:pt x="0" y="3258435"/>
                </a:cubicBezTo>
                <a:cubicBezTo>
                  <a:pt x="204" y="2997768"/>
                  <a:pt x="-28833" y="2961878"/>
                  <a:pt x="0" y="2671917"/>
                </a:cubicBezTo>
                <a:cubicBezTo>
                  <a:pt x="28833" y="2381956"/>
                  <a:pt x="30339" y="2193866"/>
                  <a:pt x="0" y="2052814"/>
                </a:cubicBezTo>
                <a:cubicBezTo>
                  <a:pt x="-30339" y="1911762"/>
                  <a:pt x="30594" y="1580137"/>
                  <a:pt x="0" y="1401127"/>
                </a:cubicBezTo>
                <a:cubicBezTo>
                  <a:pt x="-30594" y="1222117"/>
                  <a:pt x="12658" y="1094175"/>
                  <a:pt x="0" y="847193"/>
                </a:cubicBezTo>
                <a:cubicBezTo>
                  <a:pt x="-12658" y="600211"/>
                  <a:pt x="-31429" y="284527"/>
                  <a:pt x="0" y="0"/>
                </a:cubicBezTo>
                <a:close/>
              </a:path>
              <a:path w="417321" h="3258435" stroke="0" extrusionOk="0">
                <a:moveTo>
                  <a:pt x="0" y="0"/>
                </a:moveTo>
                <a:cubicBezTo>
                  <a:pt x="126559" y="-20127"/>
                  <a:pt x="316053" y="656"/>
                  <a:pt x="417321" y="0"/>
                </a:cubicBezTo>
                <a:cubicBezTo>
                  <a:pt x="414095" y="309970"/>
                  <a:pt x="392671" y="481164"/>
                  <a:pt x="417321" y="651687"/>
                </a:cubicBezTo>
                <a:cubicBezTo>
                  <a:pt x="441971" y="822210"/>
                  <a:pt x="418914" y="1122939"/>
                  <a:pt x="417321" y="1368543"/>
                </a:cubicBezTo>
                <a:cubicBezTo>
                  <a:pt x="415728" y="1614147"/>
                  <a:pt x="415495" y="1870195"/>
                  <a:pt x="417321" y="2052814"/>
                </a:cubicBezTo>
                <a:cubicBezTo>
                  <a:pt x="419147" y="2235433"/>
                  <a:pt x="447013" y="2930253"/>
                  <a:pt x="417321" y="3258435"/>
                </a:cubicBezTo>
                <a:cubicBezTo>
                  <a:pt x="231165" y="3238031"/>
                  <a:pt x="118434" y="3240581"/>
                  <a:pt x="0" y="3258435"/>
                </a:cubicBezTo>
                <a:cubicBezTo>
                  <a:pt x="15968" y="3038387"/>
                  <a:pt x="-33790" y="2779230"/>
                  <a:pt x="0" y="2574164"/>
                </a:cubicBezTo>
                <a:cubicBezTo>
                  <a:pt x="33790" y="2369098"/>
                  <a:pt x="-13637" y="2224347"/>
                  <a:pt x="0" y="1889892"/>
                </a:cubicBezTo>
                <a:cubicBezTo>
                  <a:pt x="13637" y="1555437"/>
                  <a:pt x="-8837" y="1550689"/>
                  <a:pt x="0" y="1270790"/>
                </a:cubicBezTo>
                <a:cubicBezTo>
                  <a:pt x="8837" y="990891"/>
                  <a:pt x="16713" y="960204"/>
                  <a:pt x="0" y="716856"/>
                </a:cubicBezTo>
                <a:cubicBezTo>
                  <a:pt x="-16713" y="473508"/>
                  <a:pt x="2274" y="19510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B0B0B0">
                  <a:alpha val="0"/>
                </a:srgbClr>
              </a:gs>
              <a:gs pos="0">
                <a:schemeClr val="bg1">
                  <a:lumMod val="98000"/>
                </a:schemeClr>
              </a:gs>
            </a:gsLst>
            <a:lin ang="5400000" scaled="1"/>
          </a:gradFill>
          <a:ln w="19050" cmpd="sng">
            <a:noFil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0FD3B80-9689-2D0D-11F7-809A84FAB688}"/>
              </a:ext>
            </a:extLst>
          </p:cNvPr>
          <p:cNvSpPr/>
          <p:nvPr/>
        </p:nvSpPr>
        <p:spPr>
          <a:xfrm>
            <a:off x="11214681" y="3848292"/>
            <a:ext cx="417321" cy="3258435"/>
          </a:xfrm>
          <a:custGeom>
            <a:avLst/>
            <a:gdLst>
              <a:gd name="csX0" fmla="*/ 0 w 417321"/>
              <a:gd name="csY0" fmla="*/ 0 h 3258435"/>
              <a:gd name="csX1" fmla="*/ 417321 w 417321"/>
              <a:gd name="csY1" fmla="*/ 0 h 3258435"/>
              <a:gd name="csX2" fmla="*/ 417321 w 417321"/>
              <a:gd name="csY2" fmla="*/ 586518 h 3258435"/>
              <a:gd name="csX3" fmla="*/ 417321 w 417321"/>
              <a:gd name="csY3" fmla="*/ 1303374 h 3258435"/>
              <a:gd name="csX4" fmla="*/ 417321 w 417321"/>
              <a:gd name="csY4" fmla="*/ 1987645 h 3258435"/>
              <a:gd name="csX5" fmla="*/ 417321 w 417321"/>
              <a:gd name="csY5" fmla="*/ 2639332 h 3258435"/>
              <a:gd name="csX6" fmla="*/ 417321 w 417321"/>
              <a:gd name="csY6" fmla="*/ 3258435 h 3258435"/>
              <a:gd name="csX7" fmla="*/ 0 w 417321"/>
              <a:gd name="csY7" fmla="*/ 3258435 h 3258435"/>
              <a:gd name="csX8" fmla="*/ 0 w 417321"/>
              <a:gd name="csY8" fmla="*/ 2671917 h 3258435"/>
              <a:gd name="csX9" fmla="*/ 0 w 417321"/>
              <a:gd name="csY9" fmla="*/ 2052814 h 3258435"/>
              <a:gd name="csX10" fmla="*/ 0 w 417321"/>
              <a:gd name="csY10" fmla="*/ 1401127 h 3258435"/>
              <a:gd name="csX11" fmla="*/ 0 w 417321"/>
              <a:gd name="csY11" fmla="*/ 847193 h 3258435"/>
              <a:gd name="csX12" fmla="*/ 0 w 417321"/>
              <a:gd name="csY12" fmla="*/ 0 h 3258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7321" h="3258435" fill="none" extrusionOk="0">
                <a:moveTo>
                  <a:pt x="0" y="0"/>
                </a:moveTo>
                <a:cubicBezTo>
                  <a:pt x="198358" y="-18511"/>
                  <a:pt x="298909" y="4324"/>
                  <a:pt x="417321" y="0"/>
                </a:cubicBezTo>
                <a:cubicBezTo>
                  <a:pt x="425546" y="250450"/>
                  <a:pt x="403943" y="372701"/>
                  <a:pt x="417321" y="586518"/>
                </a:cubicBezTo>
                <a:cubicBezTo>
                  <a:pt x="430699" y="800335"/>
                  <a:pt x="385470" y="1124114"/>
                  <a:pt x="417321" y="1303374"/>
                </a:cubicBezTo>
                <a:cubicBezTo>
                  <a:pt x="449172" y="1482634"/>
                  <a:pt x="386037" y="1763656"/>
                  <a:pt x="417321" y="1987645"/>
                </a:cubicBezTo>
                <a:cubicBezTo>
                  <a:pt x="448605" y="2211634"/>
                  <a:pt x="413673" y="2318752"/>
                  <a:pt x="417321" y="2639332"/>
                </a:cubicBezTo>
                <a:cubicBezTo>
                  <a:pt x="420969" y="2959912"/>
                  <a:pt x="387843" y="3021305"/>
                  <a:pt x="417321" y="3258435"/>
                </a:cubicBezTo>
                <a:cubicBezTo>
                  <a:pt x="325504" y="3261741"/>
                  <a:pt x="125367" y="3244143"/>
                  <a:pt x="0" y="3258435"/>
                </a:cubicBezTo>
                <a:cubicBezTo>
                  <a:pt x="204" y="2997768"/>
                  <a:pt x="-28833" y="2961878"/>
                  <a:pt x="0" y="2671917"/>
                </a:cubicBezTo>
                <a:cubicBezTo>
                  <a:pt x="28833" y="2381956"/>
                  <a:pt x="30339" y="2193866"/>
                  <a:pt x="0" y="2052814"/>
                </a:cubicBezTo>
                <a:cubicBezTo>
                  <a:pt x="-30339" y="1911762"/>
                  <a:pt x="30594" y="1580137"/>
                  <a:pt x="0" y="1401127"/>
                </a:cubicBezTo>
                <a:cubicBezTo>
                  <a:pt x="-30594" y="1222117"/>
                  <a:pt x="12658" y="1094175"/>
                  <a:pt x="0" y="847193"/>
                </a:cubicBezTo>
                <a:cubicBezTo>
                  <a:pt x="-12658" y="600211"/>
                  <a:pt x="-31429" y="284527"/>
                  <a:pt x="0" y="0"/>
                </a:cubicBezTo>
                <a:close/>
              </a:path>
              <a:path w="417321" h="3258435" stroke="0" extrusionOk="0">
                <a:moveTo>
                  <a:pt x="0" y="0"/>
                </a:moveTo>
                <a:cubicBezTo>
                  <a:pt x="126559" y="-20127"/>
                  <a:pt x="316053" y="656"/>
                  <a:pt x="417321" y="0"/>
                </a:cubicBezTo>
                <a:cubicBezTo>
                  <a:pt x="414095" y="309970"/>
                  <a:pt x="392671" y="481164"/>
                  <a:pt x="417321" y="651687"/>
                </a:cubicBezTo>
                <a:cubicBezTo>
                  <a:pt x="441971" y="822210"/>
                  <a:pt x="418914" y="1122939"/>
                  <a:pt x="417321" y="1368543"/>
                </a:cubicBezTo>
                <a:cubicBezTo>
                  <a:pt x="415728" y="1614147"/>
                  <a:pt x="415495" y="1870195"/>
                  <a:pt x="417321" y="2052814"/>
                </a:cubicBezTo>
                <a:cubicBezTo>
                  <a:pt x="419147" y="2235433"/>
                  <a:pt x="447013" y="2930253"/>
                  <a:pt x="417321" y="3258435"/>
                </a:cubicBezTo>
                <a:cubicBezTo>
                  <a:pt x="231165" y="3238031"/>
                  <a:pt x="118434" y="3240581"/>
                  <a:pt x="0" y="3258435"/>
                </a:cubicBezTo>
                <a:cubicBezTo>
                  <a:pt x="15968" y="3038387"/>
                  <a:pt x="-33790" y="2779230"/>
                  <a:pt x="0" y="2574164"/>
                </a:cubicBezTo>
                <a:cubicBezTo>
                  <a:pt x="33790" y="2369098"/>
                  <a:pt x="-13637" y="2224347"/>
                  <a:pt x="0" y="1889892"/>
                </a:cubicBezTo>
                <a:cubicBezTo>
                  <a:pt x="13637" y="1555437"/>
                  <a:pt x="-8837" y="1550689"/>
                  <a:pt x="0" y="1270790"/>
                </a:cubicBezTo>
                <a:cubicBezTo>
                  <a:pt x="8837" y="990891"/>
                  <a:pt x="16713" y="960204"/>
                  <a:pt x="0" y="716856"/>
                </a:cubicBezTo>
                <a:cubicBezTo>
                  <a:pt x="-16713" y="473508"/>
                  <a:pt x="2274" y="19510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B0B0B0">
                  <a:alpha val="0"/>
                </a:srgbClr>
              </a:gs>
              <a:gs pos="0">
                <a:schemeClr val="bg1">
                  <a:lumMod val="98000"/>
                </a:schemeClr>
              </a:gs>
            </a:gsLst>
            <a:lin ang="5400000" scaled="1"/>
          </a:gradFill>
          <a:ln w="19050" cmpd="sng">
            <a:noFil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2ED531-060D-10C7-A1B9-EAB0D72B51E4}"/>
              </a:ext>
            </a:extLst>
          </p:cNvPr>
          <p:cNvSpPr/>
          <p:nvPr/>
        </p:nvSpPr>
        <p:spPr>
          <a:xfrm>
            <a:off x="3526116" y="1848854"/>
            <a:ext cx="417321" cy="3258435"/>
          </a:xfrm>
          <a:custGeom>
            <a:avLst/>
            <a:gdLst>
              <a:gd name="csX0" fmla="*/ 0 w 417321"/>
              <a:gd name="csY0" fmla="*/ 0 h 3258435"/>
              <a:gd name="csX1" fmla="*/ 417321 w 417321"/>
              <a:gd name="csY1" fmla="*/ 0 h 3258435"/>
              <a:gd name="csX2" fmla="*/ 417321 w 417321"/>
              <a:gd name="csY2" fmla="*/ 586518 h 3258435"/>
              <a:gd name="csX3" fmla="*/ 417321 w 417321"/>
              <a:gd name="csY3" fmla="*/ 1303374 h 3258435"/>
              <a:gd name="csX4" fmla="*/ 417321 w 417321"/>
              <a:gd name="csY4" fmla="*/ 1987645 h 3258435"/>
              <a:gd name="csX5" fmla="*/ 417321 w 417321"/>
              <a:gd name="csY5" fmla="*/ 2639332 h 3258435"/>
              <a:gd name="csX6" fmla="*/ 417321 w 417321"/>
              <a:gd name="csY6" fmla="*/ 3258435 h 3258435"/>
              <a:gd name="csX7" fmla="*/ 0 w 417321"/>
              <a:gd name="csY7" fmla="*/ 3258435 h 3258435"/>
              <a:gd name="csX8" fmla="*/ 0 w 417321"/>
              <a:gd name="csY8" fmla="*/ 2671917 h 3258435"/>
              <a:gd name="csX9" fmla="*/ 0 w 417321"/>
              <a:gd name="csY9" fmla="*/ 2052814 h 3258435"/>
              <a:gd name="csX10" fmla="*/ 0 w 417321"/>
              <a:gd name="csY10" fmla="*/ 1401127 h 3258435"/>
              <a:gd name="csX11" fmla="*/ 0 w 417321"/>
              <a:gd name="csY11" fmla="*/ 847193 h 3258435"/>
              <a:gd name="csX12" fmla="*/ 0 w 417321"/>
              <a:gd name="csY12" fmla="*/ 0 h 3258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17321" h="3258435" fill="none" extrusionOk="0">
                <a:moveTo>
                  <a:pt x="0" y="0"/>
                </a:moveTo>
                <a:cubicBezTo>
                  <a:pt x="198358" y="-18511"/>
                  <a:pt x="298909" y="4324"/>
                  <a:pt x="417321" y="0"/>
                </a:cubicBezTo>
                <a:cubicBezTo>
                  <a:pt x="425546" y="250450"/>
                  <a:pt x="403943" y="372701"/>
                  <a:pt x="417321" y="586518"/>
                </a:cubicBezTo>
                <a:cubicBezTo>
                  <a:pt x="430699" y="800335"/>
                  <a:pt x="385470" y="1124114"/>
                  <a:pt x="417321" y="1303374"/>
                </a:cubicBezTo>
                <a:cubicBezTo>
                  <a:pt x="449172" y="1482634"/>
                  <a:pt x="386037" y="1763656"/>
                  <a:pt x="417321" y="1987645"/>
                </a:cubicBezTo>
                <a:cubicBezTo>
                  <a:pt x="448605" y="2211634"/>
                  <a:pt x="413673" y="2318752"/>
                  <a:pt x="417321" y="2639332"/>
                </a:cubicBezTo>
                <a:cubicBezTo>
                  <a:pt x="420969" y="2959912"/>
                  <a:pt x="387843" y="3021305"/>
                  <a:pt x="417321" y="3258435"/>
                </a:cubicBezTo>
                <a:cubicBezTo>
                  <a:pt x="325504" y="3261741"/>
                  <a:pt x="125367" y="3244143"/>
                  <a:pt x="0" y="3258435"/>
                </a:cubicBezTo>
                <a:cubicBezTo>
                  <a:pt x="204" y="2997768"/>
                  <a:pt x="-28833" y="2961878"/>
                  <a:pt x="0" y="2671917"/>
                </a:cubicBezTo>
                <a:cubicBezTo>
                  <a:pt x="28833" y="2381956"/>
                  <a:pt x="30339" y="2193866"/>
                  <a:pt x="0" y="2052814"/>
                </a:cubicBezTo>
                <a:cubicBezTo>
                  <a:pt x="-30339" y="1911762"/>
                  <a:pt x="30594" y="1580137"/>
                  <a:pt x="0" y="1401127"/>
                </a:cubicBezTo>
                <a:cubicBezTo>
                  <a:pt x="-30594" y="1222117"/>
                  <a:pt x="12658" y="1094175"/>
                  <a:pt x="0" y="847193"/>
                </a:cubicBezTo>
                <a:cubicBezTo>
                  <a:pt x="-12658" y="600211"/>
                  <a:pt x="-31429" y="284527"/>
                  <a:pt x="0" y="0"/>
                </a:cubicBezTo>
                <a:close/>
              </a:path>
              <a:path w="417321" h="3258435" stroke="0" extrusionOk="0">
                <a:moveTo>
                  <a:pt x="0" y="0"/>
                </a:moveTo>
                <a:cubicBezTo>
                  <a:pt x="126559" y="-20127"/>
                  <a:pt x="316053" y="656"/>
                  <a:pt x="417321" y="0"/>
                </a:cubicBezTo>
                <a:cubicBezTo>
                  <a:pt x="414095" y="309970"/>
                  <a:pt x="392671" y="481164"/>
                  <a:pt x="417321" y="651687"/>
                </a:cubicBezTo>
                <a:cubicBezTo>
                  <a:pt x="441971" y="822210"/>
                  <a:pt x="418914" y="1122939"/>
                  <a:pt x="417321" y="1368543"/>
                </a:cubicBezTo>
                <a:cubicBezTo>
                  <a:pt x="415728" y="1614147"/>
                  <a:pt x="415495" y="1870195"/>
                  <a:pt x="417321" y="2052814"/>
                </a:cubicBezTo>
                <a:cubicBezTo>
                  <a:pt x="419147" y="2235433"/>
                  <a:pt x="447013" y="2930253"/>
                  <a:pt x="417321" y="3258435"/>
                </a:cubicBezTo>
                <a:cubicBezTo>
                  <a:pt x="231165" y="3238031"/>
                  <a:pt x="118434" y="3240581"/>
                  <a:pt x="0" y="3258435"/>
                </a:cubicBezTo>
                <a:cubicBezTo>
                  <a:pt x="15968" y="3038387"/>
                  <a:pt x="-33790" y="2779230"/>
                  <a:pt x="0" y="2574164"/>
                </a:cubicBezTo>
                <a:cubicBezTo>
                  <a:pt x="33790" y="2369098"/>
                  <a:pt x="-13637" y="2224347"/>
                  <a:pt x="0" y="1889892"/>
                </a:cubicBezTo>
                <a:cubicBezTo>
                  <a:pt x="13637" y="1555437"/>
                  <a:pt x="-8837" y="1550689"/>
                  <a:pt x="0" y="1270790"/>
                </a:cubicBezTo>
                <a:cubicBezTo>
                  <a:pt x="8837" y="990891"/>
                  <a:pt x="16713" y="960204"/>
                  <a:pt x="0" y="716856"/>
                </a:cubicBezTo>
                <a:cubicBezTo>
                  <a:pt x="-16713" y="473508"/>
                  <a:pt x="2274" y="19510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B0B0B0">
                  <a:alpha val="0"/>
                </a:srgbClr>
              </a:gs>
              <a:gs pos="0">
                <a:schemeClr val="bg1">
                  <a:lumMod val="98000"/>
                </a:schemeClr>
              </a:gs>
            </a:gsLst>
            <a:lin ang="5400000" scaled="1"/>
          </a:gradFill>
          <a:ln w="19050" cmpd="sng">
            <a:noFill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4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0F05-A133-2EBF-36F3-DD417E6A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66FCD80-092F-AD35-1A0F-02700E424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40198">
            <a:off x="9114482" y="208540"/>
            <a:ext cx="4787096" cy="4787096"/>
          </a:xfrm>
          <a:prstGeom prst="rect">
            <a:avLst/>
          </a:prstGeom>
          <a:noFill/>
          <a:effectLst>
            <a:glow>
              <a:schemeClr val="accent1"/>
            </a:glow>
            <a:reflection blurRad="63500" stA="45000" endPos="65000" dist="50800" dir="5400000" sy="-100000" algn="bl" rotWithShape="0"/>
            <a:softEdge rad="711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A9238A-6B24-5425-E0BE-E0A5DDF36816}"/>
              </a:ext>
            </a:extLst>
          </p:cNvPr>
          <p:cNvSpPr txBox="1"/>
          <p:nvPr/>
        </p:nvSpPr>
        <p:spPr>
          <a:xfrm>
            <a:off x="2578227" y="2172228"/>
            <a:ext cx="292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latin typeface="GOST type A" panose="020B0500000000000000" pitchFamily="34" charset="0"/>
              </a:rPr>
              <a:t>Рынок</a:t>
            </a:r>
            <a:endParaRPr lang="en-US" sz="3600" b="1" dirty="0">
              <a:latin typeface="GOST type A" panose="020B0500000000000000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A36A3-E505-4663-C08E-B37DC860601D}"/>
              </a:ext>
            </a:extLst>
          </p:cNvPr>
          <p:cNvSpPr txBox="1"/>
          <p:nvPr/>
        </p:nvSpPr>
        <p:spPr>
          <a:xfrm>
            <a:off x="1147039" y="3238547"/>
            <a:ext cx="8463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GOST type A" panose="020B0500000000000000" pitchFamily="34" charset="0"/>
              </a:rPr>
              <a:t>Рынок изучения китайского языка - </a:t>
            </a:r>
            <a:r>
              <a:rPr lang="en-US" sz="2800" dirty="0">
                <a:latin typeface="GOST type A" panose="020B0500000000000000" pitchFamily="34" charset="0"/>
              </a:rPr>
              <a:t>$</a:t>
            </a:r>
            <a:r>
              <a:rPr lang="ru-RU" sz="2800" dirty="0">
                <a:latin typeface="GOST type A" panose="020B0500000000000000" pitchFamily="34" charset="0"/>
              </a:rPr>
              <a:t>7.4 млрд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GOST type A" panose="020B0500000000000000" pitchFamily="34" charset="0"/>
              </a:rPr>
              <a:t>Рост до </a:t>
            </a:r>
            <a:r>
              <a:rPr lang="en-US" sz="2800" dirty="0">
                <a:latin typeface="GOST type A" panose="020B0500000000000000" pitchFamily="34" charset="0"/>
              </a:rPr>
              <a:t>$</a:t>
            </a:r>
            <a:r>
              <a:rPr lang="ru-RU" sz="2800" dirty="0">
                <a:latin typeface="GOST type A" panose="020B0500000000000000" pitchFamily="34" charset="0"/>
              </a:rPr>
              <a:t>13.1 млрд к 2027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GOST type A" panose="020B0500000000000000" pitchFamily="34" charset="0"/>
              </a:rPr>
              <a:t>CAGR – 12.1%</a:t>
            </a:r>
            <a:endParaRPr lang="ru-RU" sz="2800" dirty="0">
              <a:latin typeface="GOST type A" panose="020B0500000000000000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GOST type A" panose="020B0500000000000000" pitchFamily="34" charset="0"/>
              </a:rPr>
              <a:t>6+</a:t>
            </a:r>
            <a:r>
              <a:rPr lang="ru-RU" sz="2800" dirty="0">
                <a:latin typeface="GOST type A" panose="020B0500000000000000" pitchFamily="34" charset="0"/>
              </a:rPr>
              <a:t> млн</a:t>
            </a:r>
            <a:r>
              <a:rPr lang="en-US" sz="2800" dirty="0">
                <a:latin typeface="GOST type A" panose="020B0500000000000000" pitchFamily="34" charset="0"/>
              </a:rPr>
              <a:t> </a:t>
            </a:r>
            <a:r>
              <a:rPr lang="ru-RU" sz="2800" dirty="0">
                <a:latin typeface="GOST type A" panose="020B0500000000000000" pitchFamily="34" charset="0"/>
              </a:rPr>
              <a:t>учащихся по всему миру</a:t>
            </a:r>
            <a:endParaRPr lang="en-US" sz="2800" dirty="0">
              <a:latin typeface="GOST type A" panose="020B0500000000000000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678A16D-824C-DD60-74DD-82EAE95C69DB}"/>
              </a:ext>
            </a:extLst>
          </p:cNvPr>
          <p:cNvCxnSpPr>
            <a:cxnSpLocks/>
          </p:cNvCxnSpPr>
          <p:nvPr/>
        </p:nvCxnSpPr>
        <p:spPr>
          <a:xfrm>
            <a:off x="1043260" y="3044900"/>
            <a:ext cx="6736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44AA318-3669-5F5A-EB5D-736AAA41C824}"/>
              </a:ext>
            </a:extLst>
          </p:cNvPr>
          <p:cNvCxnSpPr>
            <a:cxnSpLocks/>
          </p:cNvCxnSpPr>
          <p:nvPr/>
        </p:nvCxnSpPr>
        <p:spPr>
          <a:xfrm>
            <a:off x="1147039" y="5298669"/>
            <a:ext cx="6736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755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31FC-A0B9-AD7F-C6F2-7B0193CF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2A705CE-7955-966A-1D17-88BA469B8EFD}"/>
              </a:ext>
            </a:extLst>
          </p:cNvPr>
          <p:cNvSpPr/>
          <p:nvPr/>
        </p:nvSpPr>
        <p:spPr>
          <a:xfrm>
            <a:off x="600542" y="3518982"/>
            <a:ext cx="10013441" cy="1889760"/>
          </a:xfrm>
          <a:custGeom>
            <a:avLst/>
            <a:gdLst>
              <a:gd name="csX0" fmla="*/ 0 w 10013441"/>
              <a:gd name="csY0" fmla="*/ 0 h 1889760"/>
              <a:gd name="csX1" fmla="*/ 367160 w 10013441"/>
              <a:gd name="csY1" fmla="*/ 0 h 1889760"/>
              <a:gd name="csX2" fmla="*/ 934588 w 10013441"/>
              <a:gd name="csY2" fmla="*/ 0 h 1889760"/>
              <a:gd name="csX3" fmla="*/ 1502016 w 10013441"/>
              <a:gd name="csY3" fmla="*/ 0 h 1889760"/>
              <a:gd name="csX4" fmla="*/ 1969310 w 10013441"/>
              <a:gd name="csY4" fmla="*/ 0 h 1889760"/>
              <a:gd name="csX5" fmla="*/ 2336470 w 10013441"/>
              <a:gd name="csY5" fmla="*/ 0 h 1889760"/>
              <a:gd name="csX6" fmla="*/ 3104167 w 10013441"/>
              <a:gd name="csY6" fmla="*/ 0 h 1889760"/>
              <a:gd name="csX7" fmla="*/ 3571461 w 10013441"/>
              <a:gd name="csY7" fmla="*/ 0 h 1889760"/>
              <a:gd name="csX8" fmla="*/ 3938620 w 10013441"/>
              <a:gd name="csY8" fmla="*/ 0 h 1889760"/>
              <a:gd name="csX9" fmla="*/ 4405914 w 10013441"/>
              <a:gd name="csY9" fmla="*/ 0 h 1889760"/>
              <a:gd name="csX10" fmla="*/ 4973342 w 10013441"/>
              <a:gd name="csY10" fmla="*/ 0 h 1889760"/>
              <a:gd name="csX11" fmla="*/ 5841174 w 10013441"/>
              <a:gd name="csY11" fmla="*/ 0 h 1889760"/>
              <a:gd name="csX12" fmla="*/ 6408602 w 10013441"/>
              <a:gd name="csY12" fmla="*/ 0 h 1889760"/>
              <a:gd name="csX13" fmla="*/ 7276434 w 10013441"/>
              <a:gd name="csY13" fmla="*/ 0 h 1889760"/>
              <a:gd name="csX14" fmla="*/ 7943997 w 10013441"/>
              <a:gd name="csY14" fmla="*/ 0 h 1889760"/>
              <a:gd name="csX15" fmla="*/ 8511425 w 10013441"/>
              <a:gd name="csY15" fmla="*/ 0 h 1889760"/>
              <a:gd name="csX16" fmla="*/ 9279122 w 10013441"/>
              <a:gd name="csY16" fmla="*/ 0 h 1889760"/>
              <a:gd name="csX17" fmla="*/ 10013441 w 10013441"/>
              <a:gd name="csY17" fmla="*/ 0 h 1889760"/>
              <a:gd name="csX18" fmla="*/ 10013441 w 10013441"/>
              <a:gd name="csY18" fmla="*/ 573227 h 1889760"/>
              <a:gd name="csX19" fmla="*/ 10013441 w 10013441"/>
              <a:gd name="csY19" fmla="*/ 1146454 h 1889760"/>
              <a:gd name="csX20" fmla="*/ 10013441 w 10013441"/>
              <a:gd name="csY20" fmla="*/ 1889760 h 1889760"/>
              <a:gd name="csX21" fmla="*/ 9345878 w 10013441"/>
              <a:gd name="csY21" fmla="*/ 1889760 h 1889760"/>
              <a:gd name="csX22" fmla="*/ 8478047 w 10013441"/>
              <a:gd name="csY22" fmla="*/ 1889760 h 1889760"/>
              <a:gd name="csX23" fmla="*/ 8010753 w 10013441"/>
              <a:gd name="csY23" fmla="*/ 1889760 h 1889760"/>
              <a:gd name="csX24" fmla="*/ 7343190 w 10013441"/>
              <a:gd name="csY24" fmla="*/ 1889760 h 1889760"/>
              <a:gd name="csX25" fmla="*/ 6976031 w 10013441"/>
              <a:gd name="csY25" fmla="*/ 1889760 h 1889760"/>
              <a:gd name="csX26" fmla="*/ 6608871 w 10013441"/>
              <a:gd name="csY26" fmla="*/ 1889760 h 1889760"/>
              <a:gd name="csX27" fmla="*/ 6041443 w 10013441"/>
              <a:gd name="csY27" fmla="*/ 1889760 h 1889760"/>
              <a:gd name="csX28" fmla="*/ 5373880 w 10013441"/>
              <a:gd name="csY28" fmla="*/ 1889760 h 1889760"/>
              <a:gd name="csX29" fmla="*/ 4706317 w 10013441"/>
              <a:gd name="csY29" fmla="*/ 1889760 h 1889760"/>
              <a:gd name="csX30" fmla="*/ 4038755 w 10013441"/>
              <a:gd name="csY30" fmla="*/ 1889760 h 1889760"/>
              <a:gd name="csX31" fmla="*/ 3170923 w 10013441"/>
              <a:gd name="csY31" fmla="*/ 1889760 h 1889760"/>
              <a:gd name="csX32" fmla="*/ 2303091 w 10013441"/>
              <a:gd name="csY32" fmla="*/ 1889760 h 1889760"/>
              <a:gd name="csX33" fmla="*/ 1635529 w 10013441"/>
              <a:gd name="csY33" fmla="*/ 1889760 h 1889760"/>
              <a:gd name="csX34" fmla="*/ 1268369 w 10013441"/>
              <a:gd name="csY34" fmla="*/ 1889760 h 1889760"/>
              <a:gd name="csX35" fmla="*/ 600806 w 10013441"/>
              <a:gd name="csY35" fmla="*/ 1889760 h 1889760"/>
              <a:gd name="csX36" fmla="*/ 0 w 10013441"/>
              <a:gd name="csY36" fmla="*/ 1889760 h 1889760"/>
              <a:gd name="csX37" fmla="*/ 0 w 10013441"/>
              <a:gd name="csY37" fmla="*/ 1278738 h 1889760"/>
              <a:gd name="csX38" fmla="*/ 0 w 10013441"/>
              <a:gd name="csY38" fmla="*/ 648818 h 1889760"/>
              <a:gd name="csX39" fmla="*/ 0 w 10013441"/>
              <a:gd name="csY39" fmla="*/ 0 h 188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0013441" h="1889760" fill="none" extrusionOk="0">
                <a:moveTo>
                  <a:pt x="0" y="0"/>
                </a:moveTo>
                <a:cubicBezTo>
                  <a:pt x="102365" y="2593"/>
                  <a:pt x="272743" y="4652"/>
                  <a:pt x="367160" y="0"/>
                </a:cubicBezTo>
                <a:cubicBezTo>
                  <a:pt x="461577" y="-4652"/>
                  <a:pt x="693262" y="-14060"/>
                  <a:pt x="934588" y="0"/>
                </a:cubicBezTo>
                <a:cubicBezTo>
                  <a:pt x="1175914" y="14060"/>
                  <a:pt x="1296935" y="-13813"/>
                  <a:pt x="1502016" y="0"/>
                </a:cubicBezTo>
                <a:cubicBezTo>
                  <a:pt x="1707097" y="13813"/>
                  <a:pt x="1752443" y="22381"/>
                  <a:pt x="1969310" y="0"/>
                </a:cubicBezTo>
                <a:cubicBezTo>
                  <a:pt x="2186177" y="-22381"/>
                  <a:pt x="2206183" y="-12379"/>
                  <a:pt x="2336470" y="0"/>
                </a:cubicBezTo>
                <a:cubicBezTo>
                  <a:pt x="2466757" y="12379"/>
                  <a:pt x="2800340" y="21753"/>
                  <a:pt x="3104167" y="0"/>
                </a:cubicBezTo>
                <a:cubicBezTo>
                  <a:pt x="3407994" y="-21753"/>
                  <a:pt x="3410559" y="-8523"/>
                  <a:pt x="3571461" y="0"/>
                </a:cubicBezTo>
                <a:cubicBezTo>
                  <a:pt x="3732363" y="8523"/>
                  <a:pt x="3760765" y="15778"/>
                  <a:pt x="3938620" y="0"/>
                </a:cubicBezTo>
                <a:cubicBezTo>
                  <a:pt x="4116475" y="-15778"/>
                  <a:pt x="4282454" y="8925"/>
                  <a:pt x="4405914" y="0"/>
                </a:cubicBezTo>
                <a:cubicBezTo>
                  <a:pt x="4529374" y="-8925"/>
                  <a:pt x="4724551" y="20547"/>
                  <a:pt x="4973342" y="0"/>
                </a:cubicBezTo>
                <a:cubicBezTo>
                  <a:pt x="5222133" y="-20547"/>
                  <a:pt x="5428646" y="29643"/>
                  <a:pt x="5841174" y="0"/>
                </a:cubicBezTo>
                <a:cubicBezTo>
                  <a:pt x="6253702" y="-29643"/>
                  <a:pt x="6145571" y="-14473"/>
                  <a:pt x="6408602" y="0"/>
                </a:cubicBezTo>
                <a:cubicBezTo>
                  <a:pt x="6671633" y="14473"/>
                  <a:pt x="6860574" y="27752"/>
                  <a:pt x="7276434" y="0"/>
                </a:cubicBezTo>
                <a:cubicBezTo>
                  <a:pt x="7692294" y="-27752"/>
                  <a:pt x="7732148" y="27259"/>
                  <a:pt x="7943997" y="0"/>
                </a:cubicBezTo>
                <a:cubicBezTo>
                  <a:pt x="8155846" y="-27259"/>
                  <a:pt x="8381292" y="-16457"/>
                  <a:pt x="8511425" y="0"/>
                </a:cubicBezTo>
                <a:cubicBezTo>
                  <a:pt x="8641558" y="16457"/>
                  <a:pt x="8976204" y="36688"/>
                  <a:pt x="9279122" y="0"/>
                </a:cubicBezTo>
                <a:cubicBezTo>
                  <a:pt x="9582040" y="-36688"/>
                  <a:pt x="9821027" y="-2079"/>
                  <a:pt x="10013441" y="0"/>
                </a:cubicBezTo>
                <a:cubicBezTo>
                  <a:pt x="9993800" y="242853"/>
                  <a:pt x="9991307" y="301065"/>
                  <a:pt x="10013441" y="573227"/>
                </a:cubicBezTo>
                <a:cubicBezTo>
                  <a:pt x="10035575" y="845389"/>
                  <a:pt x="10021331" y="919983"/>
                  <a:pt x="10013441" y="1146454"/>
                </a:cubicBezTo>
                <a:cubicBezTo>
                  <a:pt x="10005551" y="1372925"/>
                  <a:pt x="9976831" y="1660118"/>
                  <a:pt x="10013441" y="1889760"/>
                </a:cubicBezTo>
                <a:cubicBezTo>
                  <a:pt x="9803248" y="1920112"/>
                  <a:pt x="9610984" y="1901682"/>
                  <a:pt x="9345878" y="1889760"/>
                </a:cubicBezTo>
                <a:cubicBezTo>
                  <a:pt x="9080772" y="1877838"/>
                  <a:pt x="8805223" y="1929617"/>
                  <a:pt x="8478047" y="1889760"/>
                </a:cubicBezTo>
                <a:cubicBezTo>
                  <a:pt x="8150871" y="1849903"/>
                  <a:pt x="8153180" y="1900204"/>
                  <a:pt x="8010753" y="1889760"/>
                </a:cubicBezTo>
                <a:cubicBezTo>
                  <a:pt x="7868326" y="1879316"/>
                  <a:pt x="7513842" y="1865416"/>
                  <a:pt x="7343190" y="1889760"/>
                </a:cubicBezTo>
                <a:cubicBezTo>
                  <a:pt x="7172538" y="1914104"/>
                  <a:pt x="7063645" y="1908057"/>
                  <a:pt x="6976031" y="1889760"/>
                </a:cubicBezTo>
                <a:cubicBezTo>
                  <a:pt x="6888417" y="1871463"/>
                  <a:pt x="6731872" y="1887734"/>
                  <a:pt x="6608871" y="1889760"/>
                </a:cubicBezTo>
                <a:cubicBezTo>
                  <a:pt x="6485870" y="1891786"/>
                  <a:pt x="6209082" y="1894815"/>
                  <a:pt x="6041443" y="1889760"/>
                </a:cubicBezTo>
                <a:cubicBezTo>
                  <a:pt x="5873804" y="1884705"/>
                  <a:pt x="5535655" y="1867811"/>
                  <a:pt x="5373880" y="1889760"/>
                </a:cubicBezTo>
                <a:cubicBezTo>
                  <a:pt x="5212105" y="1911709"/>
                  <a:pt x="4992020" y="1881198"/>
                  <a:pt x="4706317" y="1889760"/>
                </a:cubicBezTo>
                <a:cubicBezTo>
                  <a:pt x="4420614" y="1898322"/>
                  <a:pt x="4309693" y="1887059"/>
                  <a:pt x="4038755" y="1889760"/>
                </a:cubicBezTo>
                <a:cubicBezTo>
                  <a:pt x="3767817" y="1892461"/>
                  <a:pt x="3478632" y="1856353"/>
                  <a:pt x="3170923" y="1889760"/>
                </a:cubicBezTo>
                <a:cubicBezTo>
                  <a:pt x="2863214" y="1923167"/>
                  <a:pt x="2568183" y="1924020"/>
                  <a:pt x="2303091" y="1889760"/>
                </a:cubicBezTo>
                <a:cubicBezTo>
                  <a:pt x="2037999" y="1855500"/>
                  <a:pt x="1954020" y="1902793"/>
                  <a:pt x="1635529" y="1889760"/>
                </a:cubicBezTo>
                <a:cubicBezTo>
                  <a:pt x="1317038" y="1876727"/>
                  <a:pt x="1442405" y="1883877"/>
                  <a:pt x="1268369" y="1889760"/>
                </a:cubicBezTo>
                <a:cubicBezTo>
                  <a:pt x="1094333" y="1895643"/>
                  <a:pt x="824824" y="1918508"/>
                  <a:pt x="600806" y="1889760"/>
                </a:cubicBezTo>
                <a:cubicBezTo>
                  <a:pt x="376788" y="1861012"/>
                  <a:pt x="252813" y="1911906"/>
                  <a:pt x="0" y="1889760"/>
                </a:cubicBezTo>
                <a:cubicBezTo>
                  <a:pt x="-29288" y="1622088"/>
                  <a:pt x="16813" y="1572753"/>
                  <a:pt x="0" y="1278738"/>
                </a:cubicBezTo>
                <a:cubicBezTo>
                  <a:pt x="-16813" y="984723"/>
                  <a:pt x="-23372" y="807602"/>
                  <a:pt x="0" y="648818"/>
                </a:cubicBezTo>
                <a:cubicBezTo>
                  <a:pt x="23372" y="490034"/>
                  <a:pt x="-663" y="207867"/>
                  <a:pt x="0" y="0"/>
                </a:cubicBezTo>
                <a:close/>
              </a:path>
              <a:path w="10013441" h="1889760" stroke="0" extrusionOk="0">
                <a:moveTo>
                  <a:pt x="0" y="0"/>
                </a:moveTo>
                <a:cubicBezTo>
                  <a:pt x="203110" y="17933"/>
                  <a:pt x="525428" y="1959"/>
                  <a:pt x="767697" y="0"/>
                </a:cubicBezTo>
                <a:cubicBezTo>
                  <a:pt x="1009966" y="-1959"/>
                  <a:pt x="1225807" y="22277"/>
                  <a:pt x="1435260" y="0"/>
                </a:cubicBezTo>
                <a:cubicBezTo>
                  <a:pt x="1644713" y="-22277"/>
                  <a:pt x="1837764" y="26352"/>
                  <a:pt x="2202957" y="0"/>
                </a:cubicBezTo>
                <a:cubicBezTo>
                  <a:pt x="2568150" y="-26352"/>
                  <a:pt x="2588253" y="5934"/>
                  <a:pt x="2770385" y="0"/>
                </a:cubicBezTo>
                <a:cubicBezTo>
                  <a:pt x="2952517" y="-5934"/>
                  <a:pt x="3101323" y="12876"/>
                  <a:pt x="3337814" y="0"/>
                </a:cubicBezTo>
                <a:cubicBezTo>
                  <a:pt x="3574305" y="-12876"/>
                  <a:pt x="3767427" y="-26076"/>
                  <a:pt x="4105511" y="0"/>
                </a:cubicBezTo>
                <a:cubicBezTo>
                  <a:pt x="4443595" y="26076"/>
                  <a:pt x="4457342" y="-16373"/>
                  <a:pt x="4773074" y="0"/>
                </a:cubicBezTo>
                <a:cubicBezTo>
                  <a:pt x="5088806" y="16373"/>
                  <a:pt x="4987971" y="10433"/>
                  <a:pt x="5140233" y="0"/>
                </a:cubicBezTo>
                <a:cubicBezTo>
                  <a:pt x="5292495" y="-10433"/>
                  <a:pt x="5725153" y="35961"/>
                  <a:pt x="5907930" y="0"/>
                </a:cubicBezTo>
                <a:cubicBezTo>
                  <a:pt x="6090707" y="-35961"/>
                  <a:pt x="6195226" y="-18903"/>
                  <a:pt x="6475359" y="0"/>
                </a:cubicBezTo>
                <a:cubicBezTo>
                  <a:pt x="6755492" y="18903"/>
                  <a:pt x="6877455" y="-6195"/>
                  <a:pt x="7243056" y="0"/>
                </a:cubicBezTo>
                <a:cubicBezTo>
                  <a:pt x="7608657" y="6195"/>
                  <a:pt x="7829033" y="23532"/>
                  <a:pt x="8010753" y="0"/>
                </a:cubicBezTo>
                <a:cubicBezTo>
                  <a:pt x="8192473" y="-23532"/>
                  <a:pt x="8347330" y="-15160"/>
                  <a:pt x="8678316" y="0"/>
                </a:cubicBezTo>
                <a:cubicBezTo>
                  <a:pt x="9009302" y="15160"/>
                  <a:pt x="9117677" y="14313"/>
                  <a:pt x="9345878" y="0"/>
                </a:cubicBezTo>
                <a:cubicBezTo>
                  <a:pt x="9574079" y="-14313"/>
                  <a:pt x="9700308" y="6141"/>
                  <a:pt x="10013441" y="0"/>
                </a:cubicBezTo>
                <a:cubicBezTo>
                  <a:pt x="10028887" y="117779"/>
                  <a:pt x="10041354" y="409233"/>
                  <a:pt x="10013441" y="573227"/>
                </a:cubicBezTo>
                <a:cubicBezTo>
                  <a:pt x="9985528" y="737221"/>
                  <a:pt x="10021283" y="933477"/>
                  <a:pt x="10013441" y="1240942"/>
                </a:cubicBezTo>
                <a:cubicBezTo>
                  <a:pt x="10005599" y="1548407"/>
                  <a:pt x="10016686" y="1756003"/>
                  <a:pt x="10013441" y="1889760"/>
                </a:cubicBezTo>
                <a:cubicBezTo>
                  <a:pt x="9892243" y="1878015"/>
                  <a:pt x="9738179" y="1873906"/>
                  <a:pt x="9646281" y="1889760"/>
                </a:cubicBezTo>
                <a:cubicBezTo>
                  <a:pt x="9554383" y="1905614"/>
                  <a:pt x="9153546" y="1881234"/>
                  <a:pt x="8778450" y="1889760"/>
                </a:cubicBezTo>
                <a:cubicBezTo>
                  <a:pt x="8403354" y="1898286"/>
                  <a:pt x="8569780" y="1902702"/>
                  <a:pt x="8411290" y="1889760"/>
                </a:cubicBezTo>
                <a:cubicBezTo>
                  <a:pt x="8252800" y="1876818"/>
                  <a:pt x="8160116" y="1879629"/>
                  <a:pt x="8044131" y="1889760"/>
                </a:cubicBezTo>
                <a:cubicBezTo>
                  <a:pt x="7928146" y="1899891"/>
                  <a:pt x="7588288" y="1898537"/>
                  <a:pt x="7376568" y="1889760"/>
                </a:cubicBezTo>
                <a:cubicBezTo>
                  <a:pt x="7164848" y="1880983"/>
                  <a:pt x="7117987" y="1895214"/>
                  <a:pt x="7009409" y="1889760"/>
                </a:cubicBezTo>
                <a:cubicBezTo>
                  <a:pt x="6900831" y="1884306"/>
                  <a:pt x="6708432" y="1883537"/>
                  <a:pt x="6441980" y="1889760"/>
                </a:cubicBezTo>
                <a:cubicBezTo>
                  <a:pt x="6175528" y="1895983"/>
                  <a:pt x="6053456" y="1919636"/>
                  <a:pt x="5774418" y="1889760"/>
                </a:cubicBezTo>
                <a:cubicBezTo>
                  <a:pt x="5495380" y="1859884"/>
                  <a:pt x="5275978" y="1904821"/>
                  <a:pt x="5106855" y="1889760"/>
                </a:cubicBezTo>
                <a:cubicBezTo>
                  <a:pt x="4937732" y="1874699"/>
                  <a:pt x="4687810" y="1865763"/>
                  <a:pt x="4439292" y="1889760"/>
                </a:cubicBezTo>
                <a:cubicBezTo>
                  <a:pt x="4190774" y="1913757"/>
                  <a:pt x="3826738" y="1863518"/>
                  <a:pt x="3671595" y="1889760"/>
                </a:cubicBezTo>
                <a:cubicBezTo>
                  <a:pt x="3516452" y="1916002"/>
                  <a:pt x="3369645" y="1870893"/>
                  <a:pt x="3104167" y="1889760"/>
                </a:cubicBezTo>
                <a:cubicBezTo>
                  <a:pt x="2838689" y="1908627"/>
                  <a:pt x="2637009" y="1900759"/>
                  <a:pt x="2436604" y="1889760"/>
                </a:cubicBezTo>
                <a:cubicBezTo>
                  <a:pt x="2236199" y="1878761"/>
                  <a:pt x="2097846" y="1885589"/>
                  <a:pt x="1969310" y="1889760"/>
                </a:cubicBezTo>
                <a:cubicBezTo>
                  <a:pt x="1840774" y="1893931"/>
                  <a:pt x="1623752" y="1902205"/>
                  <a:pt x="1301747" y="1889760"/>
                </a:cubicBezTo>
                <a:cubicBezTo>
                  <a:pt x="979742" y="1877315"/>
                  <a:pt x="818011" y="1901942"/>
                  <a:pt x="634185" y="1889760"/>
                </a:cubicBezTo>
                <a:cubicBezTo>
                  <a:pt x="450359" y="1877578"/>
                  <a:pt x="187360" y="1860448"/>
                  <a:pt x="0" y="1889760"/>
                </a:cubicBezTo>
                <a:cubicBezTo>
                  <a:pt x="23731" y="1656216"/>
                  <a:pt x="-7463" y="1427658"/>
                  <a:pt x="0" y="1259840"/>
                </a:cubicBezTo>
                <a:cubicBezTo>
                  <a:pt x="7463" y="1092022"/>
                  <a:pt x="-12093" y="938581"/>
                  <a:pt x="0" y="667715"/>
                </a:cubicBezTo>
                <a:cubicBezTo>
                  <a:pt x="12093" y="396850"/>
                  <a:pt x="-32847" y="297266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extLst>
              <a:ext uri="{C807C97D-BFC1-408E-A445-0C87EB9F89A2}">
                <ask:lineSketchStyleProps xmlns:ask="http://schemas.microsoft.com/office/drawing/2018/sketchyshapes" sd="230968668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BDF684D-19FA-B3BF-46D1-9F3ED10BFF1A}"/>
              </a:ext>
            </a:extLst>
          </p:cNvPr>
          <p:cNvSpPr/>
          <p:nvPr/>
        </p:nvSpPr>
        <p:spPr>
          <a:xfrm>
            <a:off x="600543" y="1279069"/>
            <a:ext cx="10013442" cy="1889760"/>
          </a:xfrm>
          <a:custGeom>
            <a:avLst/>
            <a:gdLst>
              <a:gd name="csX0" fmla="*/ 0 w 10013442"/>
              <a:gd name="csY0" fmla="*/ 0 h 1889760"/>
              <a:gd name="csX1" fmla="*/ 867832 w 10013442"/>
              <a:gd name="csY1" fmla="*/ 0 h 1889760"/>
              <a:gd name="csX2" fmla="*/ 1435260 w 10013442"/>
              <a:gd name="csY2" fmla="*/ 0 h 1889760"/>
              <a:gd name="csX3" fmla="*/ 2202957 w 10013442"/>
              <a:gd name="csY3" fmla="*/ 0 h 1889760"/>
              <a:gd name="csX4" fmla="*/ 3070789 w 10013442"/>
              <a:gd name="csY4" fmla="*/ 0 h 1889760"/>
              <a:gd name="csX5" fmla="*/ 3838486 w 10013442"/>
              <a:gd name="csY5" fmla="*/ 0 h 1889760"/>
              <a:gd name="csX6" fmla="*/ 4606183 w 10013442"/>
              <a:gd name="csY6" fmla="*/ 0 h 1889760"/>
              <a:gd name="csX7" fmla="*/ 5373881 w 10013442"/>
              <a:gd name="csY7" fmla="*/ 0 h 1889760"/>
              <a:gd name="csX8" fmla="*/ 5841174 w 10013442"/>
              <a:gd name="csY8" fmla="*/ 0 h 1889760"/>
              <a:gd name="csX9" fmla="*/ 6208334 w 10013442"/>
              <a:gd name="csY9" fmla="*/ 0 h 1889760"/>
              <a:gd name="csX10" fmla="*/ 6675628 w 10013442"/>
              <a:gd name="csY10" fmla="*/ 0 h 1889760"/>
              <a:gd name="csX11" fmla="*/ 7543460 w 10013442"/>
              <a:gd name="csY11" fmla="*/ 0 h 1889760"/>
              <a:gd name="csX12" fmla="*/ 8010754 w 10013442"/>
              <a:gd name="csY12" fmla="*/ 0 h 1889760"/>
              <a:gd name="csX13" fmla="*/ 8578182 w 10013442"/>
              <a:gd name="csY13" fmla="*/ 0 h 1889760"/>
              <a:gd name="csX14" fmla="*/ 9245745 w 10013442"/>
              <a:gd name="csY14" fmla="*/ 0 h 1889760"/>
              <a:gd name="csX15" fmla="*/ 10013442 w 10013442"/>
              <a:gd name="csY15" fmla="*/ 0 h 1889760"/>
              <a:gd name="csX16" fmla="*/ 10013442 w 10013442"/>
              <a:gd name="csY16" fmla="*/ 648818 h 1889760"/>
              <a:gd name="csX17" fmla="*/ 10013442 w 10013442"/>
              <a:gd name="csY17" fmla="*/ 1316533 h 1889760"/>
              <a:gd name="csX18" fmla="*/ 10013442 w 10013442"/>
              <a:gd name="csY18" fmla="*/ 1889760 h 1889760"/>
              <a:gd name="csX19" fmla="*/ 9446014 w 10013442"/>
              <a:gd name="csY19" fmla="*/ 1889760 h 1889760"/>
              <a:gd name="csX20" fmla="*/ 8778451 w 10013442"/>
              <a:gd name="csY20" fmla="*/ 1889760 h 1889760"/>
              <a:gd name="csX21" fmla="*/ 8211022 w 10013442"/>
              <a:gd name="csY21" fmla="*/ 1889760 h 1889760"/>
              <a:gd name="csX22" fmla="*/ 7843863 w 10013442"/>
              <a:gd name="csY22" fmla="*/ 1889760 h 1889760"/>
              <a:gd name="csX23" fmla="*/ 7476703 w 10013442"/>
              <a:gd name="csY23" fmla="*/ 1889760 h 1889760"/>
              <a:gd name="csX24" fmla="*/ 6809141 w 10013442"/>
              <a:gd name="csY24" fmla="*/ 1889760 h 1889760"/>
              <a:gd name="csX25" fmla="*/ 6441981 w 10013442"/>
              <a:gd name="csY25" fmla="*/ 1889760 h 1889760"/>
              <a:gd name="csX26" fmla="*/ 5674284 w 10013442"/>
              <a:gd name="csY26" fmla="*/ 1889760 h 1889760"/>
              <a:gd name="csX27" fmla="*/ 5307124 w 10013442"/>
              <a:gd name="csY27" fmla="*/ 1889760 h 1889760"/>
              <a:gd name="csX28" fmla="*/ 4439293 w 10013442"/>
              <a:gd name="csY28" fmla="*/ 1889760 h 1889760"/>
              <a:gd name="csX29" fmla="*/ 4072133 w 10013442"/>
              <a:gd name="csY29" fmla="*/ 1889760 h 1889760"/>
              <a:gd name="csX30" fmla="*/ 3204301 w 10013442"/>
              <a:gd name="csY30" fmla="*/ 1889760 h 1889760"/>
              <a:gd name="csX31" fmla="*/ 2336470 w 10013442"/>
              <a:gd name="csY31" fmla="*/ 1889760 h 1889760"/>
              <a:gd name="csX32" fmla="*/ 1668907 w 10013442"/>
              <a:gd name="csY32" fmla="*/ 1889760 h 1889760"/>
              <a:gd name="csX33" fmla="*/ 1301747 w 10013442"/>
              <a:gd name="csY33" fmla="*/ 1889760 h 1889760"/>
              <a:gd name="csX34" fmla="*/ 934588 w 10013442"/>
              <a:gd name="csY34" fmla="*/ 1889760 h 1889760"/>
              <a:gd name="csX35" fmla="*/ 0 w 10013442"/>
              <a:gd name="csY35" fmla="*/ 1889760 h 1889760"/>
              <a:gd name="csX36" fmla="*/ 0 w 10013442"/>
              <a:gd name="csY36" fmla="*/ 1297635 h 1889760"/>
              <a:gd name="csX37" fmla="*/ 0 w 10013442"/>
              <a:gd name="csY37" fmla="*/ 667715 h 1889760"/>
              <a:gd name="csX38" fmla="*/ 0 w 10013442"/>
              <a:gd name="csY38" fmla="*/ 0 h 1889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0013442" h="1889760" fill="none" extrusionOk="0">
                <a:moveTo>
                  <a:pt x="0" y="0"/>
                </a:moveTo>
                <a:cubicBezTo>
                  <a:pt x="360170" y="-18081"/>
                  <a:pt x="572466" y="41180"/>
                  <a:pt x="867832" y="0"/>
                </a:cubicBezTo>
                <a:cubicBezTo>
                  <a:pt x="1163198" y="-41180"/>
                  <a:pt x="1214099" y="23171"/>
                  <a:pt x="1435260" y="0"/>
                </a:cubicBezTo>
                <a:cubicBezTo>
                  <a:pt x="1656421" y="-23171"/>
                  <a:pt x="1871974" y="4453"/>
                  <a:pt x="2202957" y="0"/>
                </a:cubicBezTo>
                <a:cubicBezTo>
                  <a:pt x="2533940" y="-4453"/>
                  <a:pt x="2880928" y="2363"/>
                  <a:pt x="3070789" y="0"/>
                </a:cubicBezTo>
                <a:cubicBezTo>
                  <a:pt x="3260650" y="-2363"/>
                  <a:pt x="3677840" y="25515"/>
                  <a:pt x="3838486" y="0"/>
                </a:cubicBezTo>
                <a:cubicBezTo>
                  <a:pt x="3999132" y="-25515"/>
                  <a:pt x="4223312" y="35295"/>
                  <a:pt x="4606183" y="0"/>
                </a:cubicBezTo>
                <a:cubicBezTo>
                  <a:pt x="4989054" y="-35295"/>
                  <a:pt x="5125849" y="-20307"/>
                  <a:pt x="5373881" y="0"/>
                </a:cubicBezTo>
                <a:cubicBezTo>
                  <a:pt x="5621913" y="20307"/>
                  <a:pt x="5637404" y="-22082"/>
                  <a:pt x="5841174" y="0"/>
                </a:cubicBezTo>
                <a:cubicBezTo>
                  <a:pt x="6044944" y="22082"/>
                  <a:pt x="6063381" y="394"/>
                  <a:pt x="6208334" y="0"/>
                </a:cubicBezTo>
                <a:cubicBezTo>
                  <a:pt x="6353287" y="-394"/>
                  <a:pt x="6454811" y="-22249"/>
                  <a:pt x="6675628" y="0"/>
                </a:cubicBezTo>
                <a:cubicBezTo>
                  <a:pt x="6896445" y="22249"/>
                  <a:pt x="7249891" y="31331"/>
                  <a:pt x="7543460" y="0"/>
                </a:cubicBezTo>
                <a:cubicBezTo>
                  <a:pt x="7837029" y="-31331"/>
                  <a:pt x="7796318" y="-11391"/>
                  <a:pt x="8010754" y="0"/>
                </a:cubicBezTo>
                <a:cubicBezTo>
                  <a:pt x="8225190" y="11391"/>
                  <a:pt x="8318365" y="15530"/>
                  <a:pt x="8578182" y="0"/>
                </a:cubicBezTo>
                <a:cubicBezTo>
                  <a:pt x="8837999" y="-15530"/>
                  <a:pt x="9092512" y="27122"/>
                  <a:pt x="9245745" y="0"/>
                </a:cubicBezTo>
                <a:cubicBezTo>
                  <a:pt x="9398978" y="-27122"/>
                  <a:pt x="9654471" y="15625"/>
                  <a:pt x="10013442" y="0"/>
                </a:cubicBezTo>
                <a:cubicBezTo>
                  <a:pt x="10016032" y="302420"/>
                  <a:pt x="9989515" y="481351"/>
                  <a:pt x="10013442" y="648818"/>
                </a:cubicBezTo>
                <a:cubicBezTo>
                  <a:pt x="10037369" y="816285"/>
                  <a:pt x="9983020" y="1073843"/>
                  <a:pt x="10013442" y="1316533"/>
                </a:cubicBezTo>
                <a:cubicBezTo>
                  <a:pt x="10043864" y="1559223"/>
                  <a:pt x="10023548" y="1746360"/>
                  <a:pt x="10013442" y="1889760"/>
                </a:cubicBezTo>
                <a:cubicBezTo>
                  <a:pt x="9858989" y="1899479"/>
                  <a:pt x="9689187" y="1866080"/>
                  <a:pt x="9446014" y="1889760"/>
                </a:cubicBezTo>
                <a:cubicBezTo>
                  <a:pt x="9202841" y="1913440"/>
                  <a:pt x="9014584" y="1857778"/>
                  <a:pt x="8778451" y="1889760"/>
                </a:cubicBezTo>
                <a:cubicBezTo>
                  <a:pt x="8542318" y="1921742"/>
                  <a:pt x="8463461" y="1898595"/>
                  <a:pt x="8211022" y="1889760"/>
                </a:cubicBezTo>
                <a:cubicBezTo>
                  <a:pt x="7958583" y="1880925"/>
                  <a:pt x="7948620" y="1890494"/>
                  <a:pt x="7843863" y="1889760"/>
                </a:cubicBezTo>
                <a:cubicBezTo>
                  <a:pt x="7739106" y="1889026"/>
                  <a:pt x="7617228" y="1876565"/>
                  <a:pt x="7476703" y="1889760"/>
                </a:cubicBezTo>
                <a:cubicBezTo>
                  <a:pt x="7336178" y="1902955"/>
                  <a:pt x="7129741" y="1885104"/>
                  <a:pt x="6809141" y="1889760"/>
                </a:cubicBezTo>
                <a:cubicBezTo>
                  <a:pt x="6488541" y="1894416"/>
                  <a:pt x="6602975" y="1874408"/>
                  <a:pt x="6441981" y="1889760"/>
                </a:cubicBezTo>
                <a:cubicBezTo>
                  <a:pt x="6280987" y="1905112"/>
                  <a:pt x="5856846" y="1895880"/>
                  <a:pt x="5674284" y="1889760"/>
                </a:cubicBezTo>
                <a:cubicBezTo>
                  <a:pt x="5491722" y="1883640"/>
                  <a:pt x="5460729" y="1883385"/>
                  <a:pt x="5307124" y="1889760"/>
                </a:cubicBezTo>
                <a:cubicBezTo>
                  <a:pt x="5153519" y="1896135"/>
                  <a:pt x="4771331" y="1874217"/>
                  <a:pt x="4439293" y="1889760"/>
                </a:cubicBezTo>
                <a:cubicBezTo>
                  <a:pt x="4107255" y="1905303"/>
                  <a:pt x="4241273" y="1902875"/>
                  <a:pt x="4072133" y="1889760"/>
                </a:cubicBezTo>
                <a:cubicBezTo>
                  <a:pt x="3902993" y="1876645"/>
                  <a:pt x="3485948" y="1878081"/>
                  <a:pt x="3204301" y="1889760"/>
                </a:cubicBezTo>
                <a:cubicBezTo>
                  <a:pt x="2922654" y="1901439"/>
                  <a:pt x="2648131" y="1870407"/>
                  <a:pt x="2336470" y="1889760"/>
                </a:cubicBezTo>
                <a:cubicBezTo>
                  <a:pt x="2024809" y="1909113"/>
                  <a:pt x="1844949" y="1879864"/>
                  <a:pt x="1668907" y="1889760"/>
                </a:cubicBezTo>
                <a:cubicBezTo>
                  <a:pt x="1492865" y="1899656"/>
                  <a:pt x="1467335" y="1904227"/>
                  <a:pt x="1301747" y="1889760"/>
                </a:cubicBezTo>
                <a:cubicBezTo>
                  <a:pt x="1136159" y="1875293"/>
                  <a:pt x="1064576" y="1879345"/>
                  <a:pt x="934588" y="1889760"/>
                </a:cubicBezTo>
                <a:cubicBezTo>
                  <a:pt x="804600" y="1900175"/>
                  <a:pt x="444955" y="1895176"/>
                  <a:pt x="0" y="1889760"/>
                </a:cubicBezTo>
                <a:cubicBezTo>
                  <a:pt x="5371" y="1736891"/>
                  <a:pt x="-2769" y="1460493"/>
                  <a:pt x="0" y="1297635"/>
                </a:cubicBezTo>
                <a:cubicBezTo>
                  <a:pt x="2769" y="1134778"/>
                  <a:pt x="-28694" y="833405"/>
                  <a:pt x="0" y="667715"/>
                </a:cubicBezTo>
                <a:cubicBezTo>
                  <a:pt x="28694" y="502025"/>
                  <a:pt x="-30869" y="142566"/>
                  <a:pt x="0" y="0"/>
                </a:cubicBezTo>
                <a:close/>
              </a:path>
              <a:path w="10013442" h="1889760" stroke="0" extrusionOk="0">
                <a:moveTo>
                  <a:pt x="0" y="0"/>
                </a:moveTo>
                <a:cubicBezTo>
                  <a:pt x="253976" y="-26234"/>
                  <a:pt x="590750" y="27213"/>
                  <a:pt x="867832" y="0"/>
                </a:cubicBezTo>
                <a:cubicBezTo>
                  <a:pt x="1144914" y="-27213"/>
                  <a:pt x="1302830" y="-20531"/>
                  <a:pt x="1535394" y="0"/>
                </a:cubicBezTo>
                <a:cubicBezTo>
                  <a:pt x="1767958" y="20531"/>
                  <a:pt x="1796360" y="3808"/>
                  <a:pt x="2002688" y="0"/>
                </a:cubicBezTo>
                <a:cubicBezTo>
                  <a:pt x="2209016" y="-3808"/>
                  <a:pt x="2377725" y="-25135"/>
                  <a:pt x="2670251" y="0"/>
                </a:cubicBezTo>
                <a:cubicBezTo>
                  <a:pt x="2962777" y="25135"/>
                  <a:pt x="3145239" y="26840"/>
                  <a:pt x="3538083" y="0"/>
                </a:cubicBezTo>
                <a:cubicBezTo>
                  <a:pt x="3930927" y="-26840"/>
                  <a:pt x="3865297" y="17974"/>
                  <a:pt x="4005377" y="0"/>
                </a:cubicBezTo>
                <a:cubicBezTo>
                  <a:pt x="4145457" y="-17974"/>
                  <a:pt x="4232842" y="3234"/>
                  <a:pt x="4372536" y="0"/>
                </a:cubicBezTo>
                <a:cubicBezTo>
                  <a:pt x="4512230" y="-3234"/>
                  <a:pt x="4732010" y="-16632"/>
                  <a:pt x="5040099" y="0"/>
                </a:cubicBezTo>
                <a:cubicBezTo>
                  <a:pt x="5348188" y="16632"/>
                  <a:pt x="5570042" y="10752"/>
                  <a:pt x="5707662" y="0"/>
                </a:cubicBezTo>
                <a:cubicBezTo>
                  <a:pt x="5845282" y="-10752"/>
                  <a:pt x="6149893" y="-27380"/>
                  <a:pt x="6475359" y="0"/>
                </a:cubicBezTo>
                <a:cubicBezTo>
                  <a:pt x="6800825" y="27380"/>
                  <a:pt x="6881122" y="14402"/>
                  <a:pt x="7042788" y="0"/>
                </a:cubicBezTo>
                <a:cubicBezTo>
                  <a:pt x="7204454" y="-14402"/>
                  <a:pt x="7247589" y="13388"/>
                  <a:pt x="7409947" y="0"/>
                </a:cubicBezTo>
                <a:cubicBezTo>
                  <a:pt x="7572305" y="-13388"/>
                  <a:pt x="7668043" y="17022"/>
                  <a:pt x="7877241" y="0"/>
                </a:cubicBezTo>
                <a:cubicBezTo>
                  <a:pt x="8086439" y="-17022"/>
                  <a:pt x="8411212" y="36931"/>
                  <a:pt x="8745073" y="0"/>
                </a:cubicBezTo>
                <a:cubicBezTo>
                  <a:pt x="9078934" y="-36931"/>
                  <a:pt x="9080239" y="18870"/>
                  <a:pt x="9212367" y="0"/>
                </a:cubicBezTo>
                <a:cubicBezTo>
                  <a:pt x="9344495" y="-18870"/>
                  <a:pt x="9702435" y="14512"/>
                  <a:pt x="10013442" y="0"/>
                </a:cubicBezTo>
                <a:cubicBezTo>
                  <a:pt x="10022862" y="176547"/>
                  <a:pt x="9991498" y="408876"/>
                  <a:pt x="10013442" y="592125"/>
                </a:cubicBezTo>
                <a:cubicBezTo>
                  <a:pt x="10035386" y="775374"/>
                  <a:pt x="10003974" y="1087402"/>
                  <a:pt x="10013442" y="1259840"/>
                </a:cubicBezTo>
                <a:cubicBezTo>
                  <a:pt x="10022910" y="1432279"/>
                  <a:pt x="10021804" y="1620748"/>
                  <a:pt x="10013442" y="1889760"/>
                </a:cubicBezTo>
                <a:cubicBezTo>
                  <a:pt x="9869877" y="1904220"/>
                  <a:pt x="9761408" y="1905005"/>
                  <a:pt x="9546148" y="1889760"/>
                </a:cubicBezTo>
                <a:cubicBezTo>
                  <a:pt x="9330888" y="1874515"/>
                  <a:pt x="9109457" y="1928133"/>
                  <a:pt x="8678316" y="1889760"/>
                </a:cubicBezTo>
                <a:cubicBezTo>
                  <a:pt x="8247175" y="1851387"/>
                  <a:pt x="8220985" y="1854251"/>
                  <a:pt x="7810485" y="1889760"/>
                </a:cubicBezTo>
                <a:cubicBezTo>
                  <a:pt x="7399985" y="1925269"/>
                  <a:pt x="7308495" y="1916806"/>
                  <a:pt x="7142922" y="1889760"/>
                </a:cubicBezTo>
                <a:cubicBezTo>
                  <a:pt x="6977349" y="1862714"/>
                  <a:pt x="6626426" y="1915750"/>
                  <a:pt x="6475359" y="1889760"/>
                </a:cubicBezTo>
                <a:cubicBezTo>
                  <a:pt x="6324292" y="1863770"/>
                  <a:pt x="6019885" y="1882014"/>
                  <a:pt x="5707662" y="1889760"/>
                </a:cubicBezTo>
                <a:cubicBezTo>
                  <a:pt x="5395439" y="1897506"/>
                  <a:pt x="5252704" y="1903670"/>
                  <a:pt x="4839830" y="1889760"/>
                </a:cubicBezTo>
                <a:cubicBezTo>
                  <a:pt x="4426956" y="1875850"/>
                  <a:pt x="4600621" y="1885235"/>
                  <a:pt x="4472671" y="1889760"/>
                </a:cubicBezTo>
                <a:cubicBezTo>
                  <a:pt x="4344721" y="1894285"/>
                  <a:pt x="4203129" y="1886153"/>
                  <a:pt x="4105511" y="1889760"/>
                </a:cubicBezTo>
                <a:cubicBezTo>
                  <a:pt x="4007893" y="1893367"/>
                  <a:pt x="3821229" y="1912231"/>
                  <a:pt x="3538083" y="1889760"/>
                </a:cubicBezTo>
                <a:cubicBezTo>
                  <a:pt x="3254937" y="1867289"/>
                  <a:pt x="3145501" y="1857342"/>
                  <a:pt x="2870520" y="1889760"/>
                </a:cubicBezTo>
                <a:cubicBezTo>
                  <a:pt x="2595539" y="1922178"/>
                  <a:pt x="2509576" y="1901112"/>
                  <a:pt x="2303092" y="1889760"/>
                </a:cubicBezTo>
                <a:cubicBezTo>
                  <a:pt x="2096608" y="1878408"/>
                  <a:pt x="1753947" y="1874905"/>
                  <a:pt x="1535394" y="1889760"/>
                </a:cubicBezTo>
                <a:cubicBezTo>
                  <a:pt x="1316841" y="1904615"/>
                  <a:pt x="901422" y="1903213"/>
                  <a:pt x="667563" y="1889760"/>
                </a:cubicBezTo>
                <a:cubicBezTo>
                  <a:pt x="433704" y="1876307"/>
                  <a:pt x="315339" y="1897148"/>
                  <a:pt x="0" y="1889760"/>
                </a:cubicBezTo>
                <a:cubicBezTo>
                  <a:pt x="4420" y="1634401"/>
                  <a:pt x="23519" y="1442887"/>
                  <a:pt x="0" y="1278738"/>
                </a:cubicBezTo>
                <a:cubicBezTo>
                  <a:pt x="-23519" y="1114589"/>
                  <a:pt x="-24554" y="807605"/>
                  <a:pt x="0" y="648818"/>
                </a:cubicBezTo>
                <a:cubicBezTo>
                  <a:pt x="24554" y="490031"/>
                  <a:pt x="-31300" y="19119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9050" cmpd="sng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B44F9-4751-BA54-8518-4AB55867E409}"/>
              </a:ext>
            </a:extLst>
          </p:cNvPr>
          <p:cNvSpPr txBox="1"/>
          <p:nvPr/>
        </p:nvSpPr>
        <p:spPr>
          <a:xfrm>
            <a:off x="1791423" y="273723"/>
            <a:ext cx="8609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latin typeface="GOST type A" panose="020B0500000000000000" pitchFamily="34" charset="0"/>
              </a:rPr>
              <a:t>Почему</a:t>
            </a:r>
            <a:r>
              <a:rPr lang="en-US" sz="3600" b="1" dirty="0">
                <a:latin typeface="GOST type A" panose="020B0500000000000000" pitchFamily="34" charset="0"/>
              </a:rPr>
              <a:t> </a:t>
            </a:r>
            <a:r>
              <a:rPr lang="en-US" sz="3600" b="1" dirty="0" err="1">
                <a:latin typeface="GOST type A" panose="020B0500000000000000" pitchFamily="34" charset="0"/>
              </a:rPr>
              <a:t>существующие</a:t>
            </a:r>
            <a:r>
              <a:rPr lang="en-US" sz="3600" b="1" dirty="0">
                <a:latin typeface="GOST type A" panose="020B0500000000000000" pitchFamily="34" charset="0"/>
              </a:rPr>
              <a:t> </a:t>
            </a:r>
            <a:r>
              <a:rPr lang="en-US" sz="3600" b="1" dirty="0" err="1">
                <a:latin typeface="GOST type A" panose="020B0500000000000000" pitchFamily="34" charset="0"/>
              </a:rPr>
              <a:t>инструменты</a:t>
            </a:r>
            <a:r>
              <a:rPr lang="en-US" sz="3600" b="1" dirty="0">
                <a:latin typeface="GOST type A" panose="020B0500000000000000" pitchFamily="34" charset="0"/>
              </a:rPr>
              <a:t> </a:t>
            </a:r>
            <a:r>
              <a:rPr lang="en-US" sz="3600" b="1" dirty="0" err="1">
                <a:latin typeface="GOST type A" panose="020B0500000000000000" pitchFamily="34" charset="0"/>
              </a:rPr>
              <a:t>не</a:t>
            </a:r>
            <a:r>
              <a:rPr lang="en-US" sz="3600" b="1" dirty="0">
                <a:latin typeface="GOST type A" panose="020B0500000000000000" pitchFamily="34" charset="0"/>
              </a:rPr>
              <a:t> </a:t>
            </a:r>
            <a:r>
              <a:rPr lang="en-US" sz="3600" b="1" dirty="0" err="1">
                <a:latin typeface="GOST type A" panose="020B0500000000000000" pitchFamily="34" charset="0"/>
              </a:rPr>
              <a:t>подходят</a:t>
            </a:r>
            <a:r>
              <a:rPr lang="en-US" sz="3600" b="1" dirty="0">
                <a:latin typeface="GOST type A" panose="020B0500000000000000" pitchFamily="34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44D2E-B15B-D3B7-4DD3-D0E6E209B0D4}"/>
              </a:ext>
            </a:extLst>
          </p:cNvPr>
          <p:cNvSpPr txBox="1"/>
          <p:nvPr/>
        </p:nvSpPr>
        <p:spPr>
          <a:xfrm>
            <a:off x="1473199" y="5507835"/>
            <a:ext cx="8722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latin typeface="GOST type A" panose="020B0500000000000000" pitchFamily="34" charset="0"/>
              </a:rPr>
              <a:t>Специализированных</a:t>
            </a:r>
            <a:r>
              <a:rPr lang="en-US" sz="2800" dirty="0">
                <a:latin typeface="GOST type A" panose="020B0500000000000000" pitchFamily="34" charset="0"/>
              </a:rPr>
              <a:t> </a:t>
            </a:r>
            <a:r>
              <a:rPr lang="en-US" sz="2800" dirty="0" err="1">
                <a:latin typeface="GOST type A" panose="020B0500000000000000" pitchFamily="34" charset="0"/>
              </a:rPr>
              <a:t>инструментов</a:t>
            </a:r>
            <a:r>
              <a:rPr lang="en-US" sz="2800" dirty="0">
                <a:latin typeface="GOST type A" panose="020B0500000000000000" pitchFamily="34" charset="0"/>
              </a:rPr>
              <a:t> для </a:t>
            </a:r>
            <a:r>
              <a:rPr lang="en-US" sz="2800" dirty="0" err="1">
                <a:latin typeface="GOST type A" panose="020B0500000000000000" pitchFamily="34" charset="0"/>
              </a:rPr>
              <a:t>поиска</a:t>
            </a:r>
            <a:r>
              <a:rPr lang="en-US" sz="2800" dirty="0">
                <a:latin typeface="GOST type A" panose="020B0500000000000000" pitchFamily="34" charset="0"/>
              </a:rPr>
              <a:t> по </a:t>
            </a:r>
            <a:r>
              <a:rPr lang="en-US" sz="2800" dirty="0" err="1">
                <a:latin typeface="GOST type A" panose="020B0500000000000000" pitchFamily="34" charset="0"/>
              </a:rPr>
              <a:t>визуальному</a:t>
            </a:r>
            <a:r>
              <a:rPr lang="en-US" sz="2800" dirty="0">
                <a:latin typeface="GOST type A" panose="020B0500000000000000" pitchFamily="34" charset="0"/>
              </a:rPr>
              <a:t> </a:t>
            </a:r>
            <a:r>
              <a:rPr lang="en-US" sz="2800" dirty="0" err="1">
                <a:latin typeface="GOST type A" panose="020B0500000000000000" pitchFamily="34" charset="0"/>
              </a:rPr>
              <a:t>сходству</a:t>
            </a:r>
            <a:r>
              <a:rPr lang="en-US" sz="2800" dirty="0">
                <a:latin typeface="GOST type A" panose="020B0500000000000000" pitchFamily="34" charset="0"/>
              </a:rPr>
              <a:t> </a:t>
            </a:r>
            <a:r>
              <a:rPr lang="en-US" sz="2800" dirty="0" err="1">
                <a:latin typeface="GOST type A" panose="020B0500000000000000" pitchFamily="34" charset="0"/>
              </a:rPr>
              <a:t>иероглифов</a:t>
            </a:r>
            <a:r>
              <a:rPr lang="en-US" sz="2800" dirty="0">
                <a:latin typeface="GOST type A" panose="020B0500000000000000" pitchFamily="34" charset="0"/>
              </a:rPr>
              <a:t> на </a:t>
            </a:r>
            <a:r>
              <a:rPr lang="en-US" sz="2800" dirty="0" err="1">
                <a:latin typeface="GOST type A" panose="020B0500000000000000" pitchFamily="34" charset="0"/>
              </a:rPr>
              <a:t>рынке</a:t>
            </a:r>
            <a:r>
              <a:rPr lang="en-US" sz="2800" dirty="0">
                <a:latin typeface="GOST type A" panose="020B0500000000000000" pitchFamily="34" charset="0"/>
              </a:rPr>
              <a:t> </a:t>
            </a:r>
            <a:r>
              <a:rPr lang="en-US" sz="2800" dirty="0" err="1">
                <a:latin typeface="GOST type A" panose="020B0500000000000000" pitchFamily="34" charset="0"/>
              </a:rPr>
              <a:t>нет</a:t>
            </a:r>
            <a:r>
              <a:rPr lang="en-US" sz="2800" dirty="0">
                <a:latin typeface="GOST type A" panose="020B0500000000000000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565EF-3C9E-ACDA-5C59-6B0584C20973}"/>
              </a:ext>
            </a:extLst>
          </p:cNvPr>
          <p:cNvSpPr txBox="1"/>
          <p:nvPr/>
        </p:nvSpPr>
        <p:spPr>
          <a:xfrm>
            <a:off x="985519" y="1593007"/>
            <a:ext cx="89712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GOST type A" panose="020B0500000000000000" pitchFamily="34" charset="0"/>
              </a:rPr>
              <a:t>Словари</a:t>
            </a:r>
            <a:r>
              <a:rPr lang="en-US" sz="2800" b="1" dirty="0">
                <a:latin typeface="GOST type A" panose="020B0500000000000000" pitchFamily="34" charset="0"/>
              </a:rPr>
              <a:t> (Pleco, БКРС)</a:t>
            </a:r>
          </a:p>
          <a:p>
            <a:r>
              <a:rPr lang="en-US" sz="2400" dirty="0" err="1">
                <a:latin typeface="GOST type A" panose="020B0500000000000000" pitchFamily="34" charset="0"/>
              </a:rPr>
              <a:t>Ищут</a:t>
            </a:r>
            <a:r>
              <a:rPr lang="en-US" sz="2400" dirty="0">
                <a:latin typeface="GOST type A" panose="020B0500000000000000" pitchFamily="34" charset="0"/>
              </a:rPr>
              <a:t> по </a:t>
            </a:r>
            <a:r>
              <a:rPr lang="en-US" sz="2400" dirty="0" err="1">
                <a:latin typeface="GOST type A" panose="020B0500000000000000" pitchFamily="34" charset="0"/>
              </a:rPr>
              <a:t>ключу</a:t>
            </a:r>
            <a:r>
              <a:rPr lang="en-US" sz="2400" dirty="0">
                <a:latin typeface="GOST type A" panose="020B0500000000000000" pitchFamily="34" charset="0"/>
              </a:rPr>
              <a:t> или </a:t>
            </a:r>
            <a:r>
              <a:rPr lang="en-US" sz="2400" dirty="0" err="1">
                <a:latin typeface="GOST type A" panose="020B0500000000000000" pitchFamily="34" charset="0"/>
              </a:rPr>
              <a:t>чтению</a:t>
            </a:r>
            <a:r>
              <a:rPr lang="en-US" sz="2400" dirty="0">
                <a:latin typeface="GOST type A" panose="020B0500000000000000" pitchFamily="34" charset="0"/>
              </a:rPr>
              <a:t>. </a:t>
            </a:r>
            <a:r>
              <a:rPr lang="en-US" sz="2400" dirty="0" err="1">
                <a:latin typeface="GOST type A" panose="020B0500000000000000" pitchFamily="34" charset="0"/>
              </a:rPr>
              <a:t>Выдают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списки</a:t>
            </a:r>
            <a:r>
              <a:rPr lang="en-US" sz="2400" dirty="0">
                <a:latin typeface="GOST type A" panose="020B0500000000000000" pitchFamily="34" charset="0"/>
              </a:rPr>
              <a:t> с </a:t>
            </a:r>
            <a:r>
              <a:rPr lang="en-US" sz="2400" dirty="0" err="1">
                <a:latin typeface="GOST type A" panose="020B0500000000000000" pitchFamily="34" charset="0"/>
              </a:rPr>
              <a:t>общим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элементом</a:t>
            </a:r>
            <a:r>
              <a:rPr lang="en-US" sz="2400" dirty="0">
                <a:latin typeface="GOST type A" panose="020B0500000000000000" pitchFamily="34" charset="0"/>
              </a:rPr>
              <a:t>, </a:t>
            </a:r>
            <a:r>
              <a:rPr lang="en-US" sz="2400" dirty="0" err="1">
                <a:latin typeface="GOST type A" panose="020B0500000000000000" pitchFamily="34" charset="0"/>
              </a:rPr>
              <a:t>но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визуально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далекие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знаки</a:t>
            </a:r>
            <a:r>
              <a:rPr lang="en-US" sz="2400" dirty="0">
                <a:latin typeface="GOST type A" panose="020B0500000000000000" pitchFamily="34" charset="0"/>
              </a:rPr>
              <a:t>. </a:t>
            </a:r>
            <a:r>
              <a:rPr lang="en-US" sz="2400" dirty="0" err="1">
                <a:latin typeface="GOST type A" panose="020B0500000000000000" pitchFamily="34" charset="0"/>
              </a:rPr>
              <a:t>Не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отвечают</a:t>
            </a:r>
            <a:r>
              <a:rPr lang="en-US" sz="2400" dirty="0">
                <a:latin typeface="GOST type A" panose="020B0500000000000000" pitchFamily="34" charset="0"/>
              </a:rPr>
              <a:t> на </a:t>
            </a:r>
            <a:r>
              <a:rPr lang="en-US" sz="2400" dirty="0" err="1">
                <a:latin typeface="GOST type A" panose="020B0500000000000000" pitchFamily="34" charset="0"/>
              </a:rPr>
              <a:t>вопрос</a:t>
            </a:r>
            <a:r>
              <a:rPr lang="en-US" sz="2400" dirty="0">
                <a:latin typeface="GOST type A" panose="020B0500000000000000" pitchFamily="34" charset="0"/>
              </a:rPr>
              <a:t> «На </a:t>
            </a:r>
            <a:r>
              <a:rPr lang="en-US" sz="2400" dirty="0" err="1">
                <a:latin typeface="GOST type A" panose="020B0500000000000000" pitchFamily="34" charset="0"/>
              </a:rPr>
              <a:t>что</a:t>
            </a:r>
            <a:r>
              <a:rPr lang="en-US" sz="2400" dirty="0">
                <a:latin typeface="GOST type A" panose="020B0500000000000000" pitchFamily="34" charset="0"/>
              </a:rPr>
              <a:t> это </a:t>
            </a:r>
            <a:r>
              <a:rPr lang="en-US" sz="2400" dirty="0" err="1">
                <a:latin typeface="GOST type A" panose="020B0500000000000000" pitchFamily="34" charset="0"/>
              </a:rPr>
              <a:t>похоже</a:t>
            </a:r>
            <a:r>
              <a:rPr lang="en-US" sz="2400" dirty="0">
                <a:latin typeface="GOST type A" panose="020B0500000000000000" pitchFamily="34" charset="0"/>
              </a:rPr>
              <a:t>?»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8F7646-5189-0471-8AB2-90DFD01F02F1}"/>
              </a:ext>
            </a:extLst>
          </p:cNvPr>
          <p:cNvSpPr txBox="1"/>
          <p:nvPr/>
        </p:nvSpPr>
        <p:spPr>
          <a:xfrm>
            <a:off x="985519" y="3689171"/>
            <a:ext cx="90728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latin typeface="GOST type A" panose="020B0500000000000000" pitchFamily="34" charset="0"/>
              </a:rPr>
              <a:t>Карточки</a:t>
            </a:r>
            <a:r>
              <a:rPr lang="en-US" sz="3200" b="1" dirty="0">
                <a:latin typeface="GOST type A" panose="020B0500000000000000" pitchFamily="34" charset="0"/>
              </a:rPr>
              <a:t> (Anki)</a:t>
            </a:r>
          </a:p>
          <a:p>
            <a:r>
              <a:rPr lang="en-US" sz="2400" dirty="0" err="1">
                <a:latin typeface="GOST type A" panose="020B0500000000000000" pitchFamily="34" charset="0"/>
              </a:rPr>
              <a:t>Пользователь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сам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создает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базу</a:t>
            </a:r>
            <a:r>
              <a:rPr lang="en-US" sz="2400" dirty="0">
                <a:latin typeface="GOST type A" panose="020B0500000000000000" pitchFamily="34" charset="0"/>
              </a:rPr>
              <a:t>. </a:t>
            </a:r>
            <a:r>
              <a:rPr lang="en-US" sz="2400" dirty="0" err="1">
                <a:latin typeface="GOST type A" panose="020B0500000000000000" pitchFamily="34" charset="0"/>
              </a:rPr>
              <a:t>Нет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автоматического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поиска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скрытых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визуальных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связей</a:t>
            </a:r>
            <a:r>
              <a:rPr lang="en-US" sz="2400" dirty="0">
                <a:latin typeface="GOST type A" panose="020B0500000000000000" pitchFamily="34" charset="0"/>
              </a:rPr>
              <a:t>. </a:t>
            </a:r>
            <a:r>
              <a:rPr lang="en-US" sz="2400" dirty="0" err="1">
                <a:latin typeface="GOST type A" panose="020B0500000000000000" pitchFamily="34" charset="0"/>
              </a:rPr>
              <a:t>Специализированных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инструментов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не</a:t>
            </a:r>
            <a:r>
              <a:rPr lang="en-US" sz="2400" dirty="0">
                <a:latin typeface="GOST type A" panose="020B0500000000000000" pitchFamily="34" charset="0"/>
              </a:rPr>
              <a:t> </a:t>
            </a:r>
            <a:r>
              <a:rPr lang="en-US" sz="2400" dirty="0" err="1">
                <a:latin typeface="GOST type A" panose="020B0500000000000000" pitchFamily="34" charset="0"/>
              </a:rPr>
              <a:t>существует</a:t>
            </a:r>
            <a:endParaRPr lang="en-US" sz="2400" dirty="0">
              <a:latin typeface="GOST type A" panose="020B05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24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A37A606-363D-19AC-951A-9FA7AC9A2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40198">
            <a:off x="8431194" y="3564689"/>
            <a:ext cx="4787096" cy="4787096"/>
          </a:xfrm>
          <a:prstGeom prst="rect">
            <a:avLst/>
          </a:prstGeom>
          <a:noFill/>
          <a:effectLst>
            <a:glow>
              <a:schemeClr val="accent1"/>
            </a:glow>
            <a:reflection blurRad="63500" stA="45000" endPos="65000" dist="50800" dir="5400000" sy="-100000" algn="bl" rotWithShape="0"/>
            <a:softEdge rad="711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5A6414-E423-0978-A50B-B3D238ECC79B}"/>
              </a:ext>
            </a:extLst>
          </p:cNvPr>
          <p:cNvSpPr txBox="1"/>
          <p:nvPr/>
        </p:nvSpPr>
        <p:spPr>
          <a:xfrm>
            <a:off x="3004724" y="1150731"/>
            <a:ext cx="2921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GOST type A" panose="020B0500000000000000" pitchFamily="34" charset="0"/>
              </a:rPr>
              <a:t>Преимущество</a:t>
            </a:r>
            <a:endParaRPr lang="en-US" sz="3600" b="1" dirty="0">
              <a:latin typeface="GOST type A" panose="020B0500000000000000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89899-349C-B269-AC5E-6AC45D70FC0F}"/>
              </a:ext>
            </a:extLst>
          </p:cNvPr>
          <p:cNvSpPr txBox="1"/>
          <p:nvPr/>
        </p:nvSpPr>
        <p:spPr>
          <a:xfrm>
            <a:off x="925975" y="2287172"/>
            <a:ext cx="8463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GOST type A" panose="020B0500000000000000" pitchFamily="34" charset="0"/>
              </a:rPr>
              <a:t>Все инструменты в одном приложении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GOST type A" panose="020B0500000000000000" pitchFamily="34" charset="0"/>
              </a:rPr>
              <a:t>Различные способы ввода иероглифа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GOST type A" panose="020B0500000000000000" pitchFamily="34" charset="0"/>
              </a:rPr>
              <a:t>AI – </a:t>
            </a:r>
            <a:r>
              <a:rPr lang="ru-RU" sz="2800" dirty="0">
                <a:latin typeface="GOST type A" panose="020B0500000000000000" pitchFamily="34" charset="0"/>
              </a:rPr>
              <a:t>технологии для точного семантического поиска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GOST type A" panose="020B0500000000000000" pitchFamily="34" charset="0"/>
              </a:rPr>
              <a:t>Адаптация под уровень HSK для структурированного обучения</a:t>
            </a:r>
            <a:endParaRPr lang="en-US" sz="2800" dirty="0">
              <a:latin typeface="GOST type A" panose="020B0500000000000000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2A0A67F-1793-0B23-E8B0-CEC1AF50B5B0}"/>
              </a:ext>
            </a:extLst>
          </p:cNvPr>
          <p:cNvCxnSpPr>
            <a:cxnSpLocks/>
          </p:cNvCxnSpPr>
          <p:nvPr/>
        </p:nvCxnSpPr>
        <p:spPr>
          <a:xfrm>
            <a:off x="925975" y="1960432"/>
            <a:ext cx="6736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1C99671-7772-B806-0D21-4601AA0B6904}"/>
              </a:ext>
            </a:extLst>
          </p:cNvPr>
          <p:cNvCxnSpPr>
            <a:cxnSpLocks/>
          </p:cNvCxnSpPr>
          <p:nvPr/>
        </p:nvCxnSpPr>
        <p:spPr>
          <a:xfrm>
            <a:off x="925975" y="4555091"/>
            <a:ext cx="67364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581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3C64F6-C198-0289-FB39-5F00E06480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saturation sat="6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739"/>
            <a:ext cx="12270658" cy="73446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F8B7F2-5828-7CE9-9CF3-CF51285E6927}"/>
              </a:ext>
            </a:extLst>
          </p:cNvPr>
          <p:cNvSpPr txBox="1"/>
          <p:nvPr/>
        </p:nvSpPr>
        <p:spPr>
          <a:xfrm>
            <a:off x="5043947" y="326924"/>
            <a:ext cx="2104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GOST type A" panose="020B0500000000000000" pitchFamily="34" charset="0"/>
              </a:rPr>
              <a:t>Технологии</a:t>
            </a:r>
            <a:endParaRPr lang="en-US" sz="3600" b="1" dirty="0">
              <a:latin typeface="GOST type A" panose="020B0500000000000000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8E4D4F0-0D92-BFEF-417D-D421B8467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658227"/>
              </p:ext>
            </p:extLst>
          </p:nvPr>
        </p:nvGraphicFramePr>
        <p:xfrm>
          <a:off x="891047" y="1221440"/>
          <a:ext cx="10409904" cy="42931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37053">
                  <a:extLst>
                    <a:ext uri="{9D8B030D-6E8A-4147-A177-3AD203B41FA5}">
                      <a16:colId xmlns:a16="http://schemas.microsoft.com/office/drawing/2014/main" val="1230056442"/>
                    </a:ext>
                  </a:extLst>
                </a:gridCol>
                <a:gridCol w="7172851">
                  <a:extLst>
                    <a:ext uri="{9D8B030D-6E8A-4147-A177-3AD203B41FA5}">
                      <a16:colId xmlns:a16="http://schemas.microsoft.com/office/drawing/2014/main" val="1817303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>
                          <a:latin typeface="GOST type A" panose="020B0500000000000000" pitchFamily="34" charset="0"/>
                        </a:rPr>
                        <a:t>Технология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>
                          <a:latin typeface="GOST type A" panose="020B0500000000000000" pitchFamily="34" charset="0"/>
                        </a:rPr>
                        <a:t>Что делает в вашем приложении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843220"/>
                  </a:ext>
                </a:extLst>
              </a:tr>
              <a:tr h="5372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2400" b="1" dirty="0">
                        <a:latin typeface="GOST type A" panose="020B0500000000000000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2400" b="1" dirty="0">
                          <a:latin typeface="GOST type A" panose="020B0500000000000000" pitchFamily="34" charset="0"/>
                        </a:rPr>
                        <a:t>Python</a:t>
                      </a:r>
                      <a:endParaRPr lang="en-US" sz="2400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2000" dirty="0">
                        <a:latin typeface="GOST type A" panose="020B0500000000000000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ru-RU" sz="2000" dirty="0">
                          <a:latin typeface="GOST type A" panose="020B0500000000000000" pitchFamily="34" charset="0"/>
                        </a:rPr>
                        <a:t>Извлекает признаки из изображения иероглифа 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265069"/>
                  </a:ext>
                </a:extLst>
              </a:tr>
              <a:tr h="2207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2000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4584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GOST type A" panose="020B0500000000000000" pitchFamily="34" charset="0"/>
                        </a:rPr>
                        <a:t>Node.js</a:t>
                      </a:r>
                      <a:endParaRPr lang="en-US" sz="2400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GOST type A" panose="020B0500000000000000" pitchFamily="34" charset="0"/>
                        </a:rPr>
                        <a:t>Бэкенд-сервер, обрабатывает запросы от пользователя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930986"/>
                  </a:ext>
                </a:extLst>
              </a:tr>
              <a:tr h="1352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2000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55286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GOST type A" panose="020B0500000000000000" pitchFamily="34" charset="0"/>
                        </a:rPr>
                        <a:t>SQLite</a:t>
                      </a:r>
                      <a:endParaRPr lang="en-US" sz="2400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GOST type A" panose="020B0500000000000000" pitchFamily="34" charset="0"/>
                        </a:rPr>
                        <a:t>Хранит 21 056 иероглифов с подробной информацией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88929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2000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53861964"/>
                  </a:ext>
                </a:extLst>
              </a:tr>
              <a:tr h="544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GOST type A" panose="020B0500000000000000" pitchFamily="34" charset="0"/>
                        </a:rPr>
                        <a:t>ResNet50</a:t>
                      </a:r>
                      <a:endParaRPr lang="ru-RU" sz="2400" dirty="0">
                        <a:latin typeface="GOST type A" panose="020B0500000000000000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>
                          <a:latin typeface="GOST type A" panose="020B0500000000000000" pitchFamily="34" charset="0"/>
                        </a:rPr>
                        <a:t>Будет использоваться для поиска визуально похожих иероглифов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742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417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17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168DC79-B636-D5C8-AC75-D5753880C1E5}"/>
              </a:ext>
            </a:extLst>
          </p:cNvPr>
          <p:cNvSpPr/>
          <p:nvPr/>
        </p:nvSpPr>
        <p:spPr>
          <a:xfrm>
            <a:off x="1226916" y="-12680"/>
            <a:ext cx="405114" cy="6870680"/>
          </a:xfrm>
          <a:prstGeom prst="rect">
            <a:avLst/>
          </a:prstGeom>
          <a:gradFill>
            <a:gsLst>
              <a:gs pos="0">
                <a:srgbClr val="E6E5E3"/>
              </a:gs>
              <a:gs pos="77000">
                <a:srgbClr val="C2BCA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60A0856-BFCE-D84E-F30E-906A5BCFD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-12680"/>
            <a:ext cx="4560887" cy="687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9E1313-51C8-DB55-B0B0-8FBF64DE5B8C}"/>
              </a:ext>
            </a:extLst>
          </p:cNvPr>
          <p:cNvSpPr txBox="1"/>
          <p:nvPr/>
        </p:nvSpPr>
        <p:spPr>
          <a:xfrm>
            <a:off x="7683052" y="3037939"/>
            <a:ext cx="19760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GOST type A" panose="020B0500000000000000" pitchFamily="34" charset="0"/>
              </a:rPr>
              <a:t>Метрики</a:t>
            </a:r>
            <a:endParaRPr lang="en-US" sz="4400" b="1" dirty="0">
              <a:latin typeface="GOST type A" panose="020B050000000000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E136C-6D9D-C5BC-E884-A2B9FDD42F5C}"/>
              </a:ext>
            </a:extLst>
          </p:cNvPr>
          <p:cNvSpPr txBox="1"/>
          <p:nvPr/>
        </p:nvSpPr>
        <p:spPr>
          <a:xfrm>
            <a:off x="1909717" y="753672"/>
            <a:ext cx="571045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latin typeface="GOST type A" panose="020B0500000000000000" pitchFamily="34" charset="0"/>
              </a:rPr>
              <a:t>Метрики производительности (системные)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Время ответа API (цель &lt; 500 мс)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Время поиска в </a:t>
            </a:r>
            <a:r>
              <a:rPr lang="ru-RU" sz="2400" dirty="0" err="1">
                <a:latin typeface="GOST type A" panose="020B0500000000000000" pitchFamily="34" charset="0"/>
              </a:rPr>
              <a:t>SQLite</a:t>
            </a:r>
            <a:r>
              <a:rPr lang="ru-RU" sz="2400" dirty="0">
                <a:latin typeface="GOST type A" panose="020B0500000000000000" pitchFamily="34" charset="0"/>
              </a:rPr>
              <a:t> среди 21 056 иероглифов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Нагрузка на CPU/RAM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D3CEB-D0AB-8E76-BB2D-74AEC3C183A3}"/>
              </a:ext>
            </a:extLst>
          </p:cNvPr>
          <p:cNvSpPr txBox="1"/>
          <p:nvPr/>
        </p:nvSpPr>
        <p:spPr>
          <a:xfrm>
            <a:off x="1909717" y="3037939"/>
            <a:ext cx="581801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latin typeface="GOST type A" panose="020B0500000000000000" pitchFamily="34" charset="0"/>
              </a:rPr>
              <a:t>Бизнес-метрики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DAU / MAU — ежедневные/ежемесячные активные пользователи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Среднее количество поисков на пользователя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</a:t>
            </a:r>
            <a:r>
              <a:rPr lang="ru-RU" sz="2400" dirty="0" err="1">
                <a:latin typeface="GOST type A" panose="020B0500000000000000" pitchFamily="34" charset="0"/>
              </a:rPr>
              <a:t>Retention</a:t>
            </a:r>
            <a:r>
              <a:rPr lang="ru-RU" sz="2400" dirty="0">
                <a:latin typeface="GOST type A" panose="020B0500000000000000" pitchFamily="34" charset="0"/>
              </a:rPr>
              <a:t> (Day 1, Day 7) — возвращаются ли на следующий день/неделю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CTR (клики по найденным иероглифам) — полезен ли поиск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9F75295-D645-65F7-0FDE-02C9F79E7970}"/>
              </a:ext>
            </a:extLst>
          </p:cNvPr>
          <p:cNvSpPr/>
          <p:nvPr/>
        </p:nvSpPr>
        <p:spPr>
          <a:xfrm>
            <a:off x="949229" y="753672"/>
            <a:ext cx="405113" cy="6104328"/>
          </a:xfrm>
          <a:prstGeom prst="rect">
            <a:avLst/>
          </a:prstGeom>
          <a:gradFill>
            <a:gsLst>
              <a:gs pos="37000">
                <a:srgbClr val="E6E5E3"/>
              </a:gs>
              <a:gs pos="0">
                <a:schemeClr val="bg1"/>
              </a:gs>
              <a:gs pos="73000">
                <a:srgbClr val="C2BCA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DF35F9-C838-152F-925C-FED4EF1217E9}"/>
              </a:ext>
            </a:extLst>
          </p:cNvPr>
          <p:cNvSpPr/>
          <p:nvPr/>
        </p:nvSpPr>
        <p:spPr>
          <a:xfrm rot="10800000">
            <a:off x="7417610" y="-3219823"/>
            <a:ext cx="405113" cy="6104328"/>
          </a:xfrm>
          <a:prstGeom prst="rect">
            <a:avLst/>
          </a:prstGeom>
          <a:gradFill>
            <a:gsLst>
              <a:gs pos="37000">
                <a:srgbClr val="E6E5E3"/>
              </a:gs>
              <a:gs pos="0">
                <a:schemeClr val="bg1"/>
              </a:gs>
              <a:gs pos="73000">
                <a:srgbClr val="C2BCA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4730D39-854D-3C3C-2F9A-F23A9149E7CD}"/>
              </a:ext>
            </a:extLst>
          </p:cNvPr>
          <p:cNvSpPr/>
          <p:nvPr/>
        </p:nvSpPr>
        <p:spPr>
          <a:xfrm rot="5400000">
            <a:off x="7362398" y="620177"/>
            <a:ext cx="482620" cy="6806367"/>
          </a:xfrm>
          <a:prstGeom prst="rect">
            <a:avLst/>
          </a:prstGeom>
          <a:gradFill>
            <a:gsLst>
              <a:gs pos="0">
                <a:schemeClr val="bg1"/>
              </a:gs>
              <a:gs pos="27000">
                <a:srgbClr val="D6BBB6"/>
              </a:gs>
              <a:gs pos="48000">
                <a:srgbClr val="BC8070"/>
              </a:gs>
              <a:gs pos="77000">
                <a:srgbClr val="9B321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70B047-A7A2-C4C3-8B4F-1140DB70DA73}"/>
              </a:ext>
            </a:extLst>
          </p:cNvPr>
          <p:cNvSpPr/>
          <p:nvPr/>
        </p:nvSpPr>
        <p:spPr>
          <a:xfrm rot="5400000">
            <a:off x="5690624" y="-448220"/>
            <a:ext cx="482621" cy="3756500"/>
          </a:xfrm>
          <a:prstGeom prst="rect">
            <a:avLst/>
          </a:prstGeom>
          <a:gradFill>
            <a:gsLst>
              <a:gs pos="0">
                <a:schemeClr val="bg1"/>
              </a:gs>
              <a:gs pos="27000">
                <a:srgbClr val="D6BBB6"/>
              </a:gs>
              <a:gs pos="48000">
                <a:srgbClr val="BC8070"/>
              </a:gs>
              <a:gs pos="77000">
                <a:srgbClr val="9B321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8170BCCA-074E-E7F0-CDC1-266B77BF8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81"/>
          <a:stretch>
            <a:fillRect/>
          </a:stretch>
        </p:blipFill>
        <p:spPr bwMode="auto">
          <a:xfrm>
            <a:off x="8519797" y="-5741006"/>
            <a:ext cx="6461430" cy="806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45424F4-82F4-D93D-E7C3-F4511131B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4200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BC1371-AC96-EE0E-4392-BDBEC6C1B5A2}"/>
              </a:ext>
            </a:extLst>
          </p:cNvPr>
          <p:cNvSpPr txBox="1"/>
          <p:nvPr/>
        </p:nvSpPr>
        <p:spPr>
          <a:xfrm>
            <a:off x="4311711" y="3749812"/>
            <a:ext cx="713939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GOST type A" panose="020B0500000000000000" pitchFamily="34" charset="0"/>
              </a:rPr>
              <a:t>Качества поиска (ML)</a:t>
            </a:r>
          </a:p>
          <a:p>
            <a:endParaRPr lang="ru-RU" sz="2800" b="1" dirty="0">
              <a:latin typeface="GOST type A" panose="020B0500000000000000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Precision@5 — сколько из топ-5 действительно похожи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Recall@10 — сколько всех похожих нашли в топ-10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MRR — насколько высоко первый правильный результат</a:t>
            </a:r>
          </a:p>
          <a:p>
            <a:pPr>
              <a:buNone/>
            </a:pPr>
            <a:endParaRPr lang="ru-RU" dirty="0">
              <a:latin typeface="GOST type A" panose="020B0500000000000000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35D4C2-1D98-0E74-92BE-7F2B67DB8A20}"/>
              </a:ext>
            </a:extLst>
          </p:cNvPr>
          <p:cNvSpPr txBox="1"/>
          <p:nvPr/>
        </p:nvSpPr>
        <p:spPr>
          <a:xfrm>
            <a:off x="4236771" y="1141094"/>
            <a:ext cx="430652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b="1" dirty="0">
                <a:solidFill>
                  <a:schemeClr val="bg1"/>
                </a:solidFill>
                <a:latin typeface="GOST type A" panose="020B0500000000000000" pitchFamily="34" charset="0"/>
              </a:rPr>
              <a:t>Базовые</a:t>
            </a:r>
            <a:r>
              <a:rPr lang="ru-RU" sz="2400" b="1" dirty="0">
                <a:solidFill>
                  <a:schemeClr val="bg1"/>
                </a:solidFill>
                <a:latin typeface="GOST type A" panose="020B0500000000000000" pitchFamily="34" charset="0"/>
              </a:rPr>
              <a:t> </a:t>
            </a:r>
          </a:p>
          <a:p>
            <a:pPr>
              <a:buNone/>
            </a:pPr>
            <a:endParaRPr lang="ru-RU" sz="2400" b="1" dirty="0">
              <a:latin typeface="GOST type A" panose="020B0500000000000000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Количество запросов в день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Средняя длительность сессии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GOST type A" panose="020B0500000000000000" pitchFamily="34" charset="0"/>
              </a:rPr>
              <a:t> Самые частые поисковые запросы (какие иероглифы ищут)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0A2C5-EF02-3FAB-E9BC-5CB0D47A5EF1}"/>
              </a:ext>
            </a:extLst>
          </p:cNvPr>
          <p:cNvSpPr txBox="1"/>
          <p:nvPr/>
        </p:nvSpPr>
        <p:spPr>
          <a:xfrm>
            <a:off x="3371193" y="-171986"/>
            <a:ext cx="556571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n w="3175" cap="rnd">
                  <a:solidFill>
                    <a:schemeClr val="bg1"/>
                  </a:solidFill>
                </a:ln>
                <a:effectLst>
                  <a:glow>
                    <a:schemeClr val="accent1">
                      <a:alpha val="40000"/>
                    </a:schemeClr>
                  </a:glow>
                  <a:reflection endPos="0" dist="50800" dir="5400000" sy="-100000" algn="bl" rotWithShape="0"/>
                </a:effectLst>
                <a:latin typeface="GOST type A" panose="020B0500000000000000" pitchFamily="34" charset="0"/>
                <a:ea typeface="MS PGothic" panose="020B0600070205080204" pitchFamily="34" charset="-128"/>
              </a:rPr>
              <a:t>Метрики</a:t>
            </a:r>
            <a:endParaRPr lang="en-US" sz="6600" b="1" dirty="0">
              <a:ln w="3175" cap="rnd">
                <a:solidFill>
                  <a:schemeClr val="bg1"/>
                </a:solidFill>
              </a:ln>
              <a:effectLst>
                <a:glow>
                  <a:schemeClr val="accent1">
                    <a:alpha val="40000"/>
                  </a:schemeClr>
                </a:glow>
                <a:reflection endPos="0" dist="50800" dir="5400000" sy="-100000" algn="bl" rotWithShape="0"/>
              </a:effectLst>
              <a:latin typeface="GOST type A" panose="020B0500000000000000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330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884D9-E79E-7E1E-FDD1-286C1D46C3B9}"/>
              </a:ext>
            </a:extLst>
          </p:cNvPr>
          <p:cNvSpPr txBox="1"/>
          <p:nvPr/>
        </p:nvSpPr>
        <p:spPr>
          <a:xfrm>
            <a:off x="5346202" y="286090"/>
            <a:ext cx="1499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GOST type A" panose="020B0500000000000000" pitchFamily="34" charset="0"/>
              </a:rPr>
              <a:t>Команда</a:t>
            </a:r>
            <a:endParaRPr lang="en-US" sz="3600" b="1" dirty="0">
              <a:latin typeface="GOST type A" panose="020B0500000000000000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A4030D-DC26-D362-7D58-B207E38D8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7938" y="1518126"/>
            <a:ext cx="2988365" cy="2988365"/>
          </a:xfrm>
          <a:custGeom>
            <a:avLst/>
            <a:gdLst>
              <a:gd name="csX0" fmla="*/ 1494163 w 2988365"/>
              <a:gd name="csY0" fmla="*/ 0 h 2988365"/>
              <a:gd name="csX1" fmla="*/ 1494204 w 2988365"/>
              <a:gd name="csY1" fmla="*/ 0 h 2988365"/>
              <a:gd name="csX2" fmla="*/ 1646955 w 2988365"/>
              <a:gd name="csY2" fmla="*/ 7713 h 2988365"/>
              <a:gd name="csX3" fmla="*/ 2980652 w 2988365"/>
              <a:gd name="csY3" fmla="*/ 1341411 h 2988365"/>
              <a:gd name="csX4" fmla="*/ 2988365 w 2988365"/>
              <a:gd name="csY4" fmla="*/ 1494163 h 2988365"/>
              <a:gd name="csX5" fmla="*/ 2988365 w 2988365"/>
              <a:gd name="csY5" fmla="*/ 1494202 h 2988365"/>
              <a:gd name="csX6" fmla="*/ 2980652 w 2988365"/>
              <a:gd name="csY6" fmla="*/ 1646954 h 2988365"/>
              <a:gd name="csX7" fmla="*/ 1494183 w 2988365"/>
              <a:gd name="csY7" fmla="*/ 2988365 h 2988365"/>
              <a:gd name="csX8" fmla="*/ 0 w 2988365"/>
              <a:gd name="csY8" fmla="*/ 1494182 h 2988365"/>
              <a:gd name="csX9" fmla="*/ 1341412 w 2988365"/>
              <a:gd name="csY9" fmla="*/ 7713 h 2988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988365" h="2988365">
                <a:moveTo>
                  <a:pt x="1494163" y="0"/>
                </a:moveTo>
                <a:lnTo>
                  <a:pt x="1494204" y="0"/>
                </a:lnTo>
                <a:lnTo>
                  <a:pt x="1646955" y="7713"/>
                </a:lnTo>
                <a:cubicBezTo>
                  <a:pt x="2350175" y="79129"/>
                  <a:pt x="2909236" y="638190"/>
                  <a:pt x="2980652" y="1341411"/>
                </a:cubicBezTo>
                <a:lnTo>
                  <a:pt x="2988365" y="1494163"/>
                </a:lnTo>
                <a:lnTo>
                  <a:pt x="2988365" y="1494202"/>
                </a:lnTo>
                <a:lnTo>
                  <a:pt x="2980652" y="1646954"/>
                </a:lnTo>
                <a:cubicBezTo>
                  <a:pt x="2904135" y="2400404"/>
                  <a:pt x="2267821" y="2988365"/>
                  <a:pt x="1494183" y="2988365"/>
                </a:cubicBezTo>
                <a:cubicBezTo>
                  <a:pt x="668969" y="2988365"/>
                  <a:pt x="0" y="2319396"/>
                  <a:pt x="0" y="1494182"/>
                </a:cubicBezTo>
                <a:cubicBezTo>
                  <a:pt x="0" y="720544"/>
                  <a:pt x="587961" y="84231"/>
                  <a:pt x="1341412" y="7713"/>
                </a:cubicBezTo>
                <a:close/>
              </a:path>
            </a:pathLst>
          </a:cu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FC942D5-4FD6-AC52-96D2-29F45352E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47131" y="1552851"/>
            <a:ext cx="2988364" cy="2988365"/>
          </a:xfrm>
          <a:custGeom>
            <a:avLst/>
            <a:gdLst>
              <a:gd name="csX0" fmla="*/ 1494163 w 2988364"/>
              <a:gd name="csY0" fmla="*/ 0 h 2988365"/>
              <a:gd name="csX1" fmla="*/ 1494204 w 2988364"/>
              <a:gd name="csY1" fmla="*/ 0 h 2988365"/>
              <a:gd name="csX2" fmla="*/ 1646955 w 2988364"/>
              <a:gd name="csY2" fmla="*/ 7713 h 2988365"/>
              <a:gd name="csX3" fmla="*/ 2980652 w 2988364"/>
              <a:gd name="csY3" fmla="*/ 1341411 h 2988365"/>
              <a:gd name="csX4" fmla="*/ 2988364 w 2988364"/>
              <a:gd name="csY4" fmla="*/ 1494144 h 2988365"/>
              <a:gd name="csX5" fmla="*/ 2988364 w 2988364"/>
              <a:gd name="csY5" fmla="*/ 1494222 h 2988365"/>
              <a:gd name="csX6" fmla="*/ 2980652 w 2988364"/>
              <a:gd name="csY6" fmla="*/ 1646954 h 2988365"/>
              <a:gd name="csX7" fmla="*/ 1494183 w 2988364"/>
              <a:gd name="csY7" fmla="*/ 2988365 h 2988365"/>
              <a:gd name="csX8" fmla="*/ 0 w 2988364"/>
              <a:gd name="csY8" fmla="*/ 1494182 h 2988365"/>
              <a:gd name="csX9" fmla="*/ 1341412 w 2988364"/>
              <a:gd name="csY9" fmla="*/ 7713 h 29883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988364" h="2988365">
                <a:moveTo>
                  <a:pt x="1494163" y="0"/>
                </a:moveTo>
                <a:lnTo>
                  <a:pt x="1494204" y="0"/>
                </a:lnTo>
                <a:lnTo>
                  <a:pt x="1646955" y="7713"/>
                </a:lnTo>
                <a:cubicBezTo>
                  <a:pt x="2350175" y="79129"/>
                  <a:pt x="2909236" y="638190"/>
                  <a:pt x="2980652" y="1341411"/>
                </a:cubicBezTo>
                <a:lnTo>
                  <a:pt x="2988364" y="1494144"/>
                </a:lnTo>
                <a:lnTo>
                  <a:pt x="2988364" y="1494222"/>
                </a:lnTo>
                <a:lnTo>
                  <a:pt x="2980652" y="1646954"/>
                </a:lnTo>
                <a:cubicBezTo>
                  <a:pt x="2904135" y="2400404"/>
                  <a:pt x="2267821" y="2988365"/>
                  <a:pt x="1494183" y="2988365"/>
                </a:cubicBezTo>
                <a:cubicBezTo>
                  <a:pt x="668969" y="2988365"/>
                  <a:pt x="0" y="2319396"/>
                  <a:pt x="0" y="1494182"/>
                </a:cubicBezTo>
                <a:cubicBezTo>
                  <a:pt x="0" y="720544"/>
                  <a:pt x="587961" y="84231"/>
                  <a:pt x="1341412" y="7713"/>
                </a:cubicBezTo>
                <a:close/>
              </a:path>
            </a:pathLst>
          </a:cu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4F2015-6597-59CD-8024-2D1B0DABAFD5}"/>
              </a:ext>
            </a:extLst>
          </p:cNvPr>
          <p:cNvSpPr txBox="1"/>
          <p:nvPr/>
        </p:nvSpPr>
        <p:spPr>
          <a:xfrm>
            <a:off x="2207999" y="4819005"/>
            <a:ext cx="2491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GOST type A" panose="020B0500000000000000" pitchFamily="34" charset="0"/>
              </a:rPr>
              <a:t>Смирнова Анастасия</a:t>
            </a:r>
            <a:endParaRPr lang="en-US" sz="2400" dirty="0">
              <a:latin typeface="GOST type A" panose="020B0500000000000000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1DC4F-23D4-1220-816F-8FE7B607DDC5}"/>
              </a:ext>
            </a:extLst>
          </p:cNvPr>
          <p:cNvSpPr txBox="1"/>
          <p:nvPr/>
        </p:nvSpPr>
        <p:spPr>
          <a:xfrm>
            <a:off x="7521932" y="4853729"/>
            <a:ext cx="1988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GOST type A" panose="020B0500000000000000" pitchFamily="34" charset="0"/>
              </a:rPr>
              <a:t>Морозова Софья</a:t>
            </a:r>
            <a:endParaRPr lang="en-US" sz="2400" dirty="0">
              <a:latin typeface="GOST type A" panose="020B0500000000000000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0CEC7A96-2EE1-7697-F92D-EB913742AF4A}"/>
              </a:ext>
            </a:extLst>
          </p:cNvPr>
          <p:cNvSpPr/>
          <p:nvPr/>
        </p:nvSpPr>
        <p:spPr>
          <a:xfrm>
            <a:off x="1761153" y="1340814"/>
            <a:ext cx="3321934" cy="3321934"/>
          </a:xfrm>
          <a:custGeom>
            <a:avLst/>
            <a:gdLst>
              <a:gd name="csX0" fmla="*/ 0 w 3321934"/>
              <a:gd name="csY0" fmla="*/ 1660967 h 3321934"/>
              <a:gd name="csX1" fmla="*/ 1660967 w 3321934"/>
              <a:gd name="csY1" fmla="*/ 0 h 3321934"/>
              <a:gd name="csX2" fmla="*/ 3321934 w 3321934"/>
              <a:gd name="csY2" fmla="*/ 1660967 h 3321934"/>
              <a:gd name="csX3" fmla="*/ 1660967 w 3321934"/>
              <a:gd name="csY3" fmla="*/ 3321934 h 3321934"/>
              <a:gd name="csX4" fmla="*/ 0 w 3321934"/>
              <a:gd name="csY4" fmla="*/ 1660967 h 3321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1934" h="3321934" extrusionOk="0">
                <a:moveTo>
                  <a:pt x="0" y="1660967"/>
                </a:moveTo>
                <a:cubicBezTo>
                  <a:pt x="-167409" y="803095"/>
                  <a:pt x="949676" y="-96355"/>
                  <a:pt x="1660967" y="0"/>
                </a:cubicBezTo>
                <a:cubicBezTo>
                  <a:pt x="2550306" y="-18993"/>
                  <a:pt x="3525890" y="728169"/>
                  <a:pt x="3321934" y="1660967"/>
                </a:cubicBezTo>
                <a:cubicBezTo>
                  <a:pt x="3382536" y="2527150"/>
                  <a:pt x="2543303" y="3312466"/>
                  <a:pt x="1660967" y="3321934"/>
                </a:cubicBezTo>
                <a:cubicBezTo>
                  <a:pt x="921803" y="3319541"/>
                  <a:pt x="3369" y="2534635"/>
                  <a:pt x="0" y="1660967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07386977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E026563-CC01-5200-C36A-8B07E1BF0EF5}"/>
              </a:ext>
            </a:extLst>
          </p:cNvPr>
          <p:cNvSpPr/>
          <p:nvPr/>
        </p:nvSpPr>
        <p:spPr>
          <a:xfrm rot="2891641">
            <a:off x="6780346" y="1386065"/>
            <a:ext cx="3321934" cy="3321934"/>
          </a:xfrm>
          <a:custGeom>
            <a:avLst/>
            <a:gdLst>
              <a:gd name="csX0" fmla="*/ 0 w 3321934"/>
              <a:gd name="csY0" fmla="*/ 1660967 h 3321934"/>
              <a:gd name="csX1" fmla="*/ 1660967 w 3321934"/>
              <a:gd name="csY1" fmla="*/ 0 h 3321934"/>
              <a:gd name="csX2" fmla="*/ 3321934 w 3321934"/>
              <a:gd name="csY2" fmla="*/ 1660967 h 3321934"/>
              <a:gd name="csX3" fmla="*/ 1660967 w 3321934"/>
              <a:gd name="csY3" fmla="*/ 3321934 h 3321934"/>
              <a:gd name="csX4" fmla="*/ 0 w 3321934"/>
              <a:gd name="csY4" fmla="*/ 1660967 h 3321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1934" h="3321934" extrusionOk="0">
                <a:moveTo>
                  <a:pt x="0" y="1660967"/>
                </a:moveTo>
                <a:cubicBezTo>
                  <a:pt x="-167409" y="803095"/>
                  <a:pt x="949676" y="-96355"/>
                  <a:pt x="1660967" y="0"/>
                </a:cubicBezTo>
                <a:cubicBezTo>
                  <a:pt x="2550306" y="-18993"/>
                  <a:pt x="3525890" y="728169"/>
                  <a:pt x="3321934" y="1660967"/>
                </a:cubicBezTo>
                <a:cubicBezTo>
                  <a:pt x="3382536" y="2527150"/>
                  <a:pt x="2543303" y="3312466"/>
                  <a:pt x="1660967" y="3321934"/>
                </a:cubicBezTo>
                <a:cubicBezTo>
                  <a:pt x="921803" y="3319541"/>
                  <a:pt x="3369" y="2534635"/>
                  <a:pt x="0" y="1660967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07386977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0F3D50-C6E3-9CDB-92A9-B49C94E2DBA5}"/>
              </a:ext>
            </a:extLst>
          </p:cNvPr>
          <p:cNvSpPr txBox="1"/>
          <p:nvPr/>
        </p:nvSpPr>
        <p:spPr>
          <a:xfrm>
            <a:off x="2241633" y="5294859"/>
            <a:ext cx="2424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OST type A" panose="020B0500000000000000" pitchFamily="34" charset="0"/>
              </a:rPr>
              <a:t>https://github.com/eshsen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4EF86E-29BB-0A42-8039-7E6151AC4753}"/>
              </a:ext>
            </a:extLst>
          </p:cNvPr>
          <p:cNvSpPr txBox="1"/>
          <p:nvPr/>
        </p:nvSpPr>
        <p:spPr>
          <a:xfrm>
            <a:off x="7343295" y="5326567"/>
            <a:ext cx="304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OST type A" panose="020B0500000000000000" pitchFamily="34" charset="0"/>
              </a:rPr>
              <a:t>https://github.com/SollyMor</a:t>
            </a:r>
          </a:p>
        </p:txBody>
      </p:sp>
    </p:spTree>
    <p:extLst>
      <p:ext uri="{BB962C8B-B14F-4D97-AF65-F5344CB8AC3E}">
        <p14:creationId xmlns:p14="http://schemas.microsoft.com/office/powerpoint/2010/main" val="28119434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476</Words>
  <Application>Microsoft Office PowerPoint</Application>
  <PresentationFormat>Широкоэкранный</PresentationFormat>
  <Paragraphs>75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GOST type A</vt:lpstr>
      <vt:lpstr>Lucida Handwriting</vt:lpstr>
      <vt:lpstr>Тема Office</vt:lpstr>
      <vt:lpstr>ChinaCraft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Соня Морозова</dc:creator>
  <cp:lastModifiedBy>Соня Морозова</cp:lastModifiedBy>
  <cp:revision>11</cp:revision>
  <dcterms:created xsi:type="dcterms:W3CDTF">2026-03-06T04:35:19Z</dcterms:created>
  <dcterms:modified xsi:type="dcterms:W3CDTF">2026-04-10T07:57:15Z</dcterms:modified>
</cp:coreProperties>
</file>